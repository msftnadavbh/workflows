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0:00–0:45. Open with: 'A great prompt can start the work. It cannot, by itself, define the process, the handoffs, or the release gate.' Pause. 'Today, this room will choose what breaks. We will let evidence choose who joins.' This talk assumes 25 minutes including an approximately eight-minute live segment. Dynamic workflows are public preview.,
PRESENTER BOUNDARIES: All launch data is synthetic. Rehearsal uses JavaScript workers, not LLM agents. Native live mode requires eligible Copilot authentication, experimental features, and model availability. No deployment or remote writes.,
SOURCES (checked 2026-10-10):
S1: Dynamic workflows
https://docs.github.com/en/copilot/concepts/agents/dynamic-workflows
S2: Using dynamic workflows
https://docs.github.com/en/copilot/how-tos/use-copilot-agents/use-dynamic-workflows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0:45–1:30. 'Imagine the ticket launch for a room this size. The same attendee retries. Then room inventory changes. Which bug should we trigger first?' This is invented conference data, not a real event system. The 2,500 value is the fixture size, not a throughput benchmark. Do not reveal the late 200-seat surprise yet.,
PRESENTER BOUNDARIES: All launch data is synthetic. Rehearsal uses JavaScript workers, not LLM agents. Native live mode requires eligible Copilot authentication, experimental features, and model availability. No deployment or remote writes.,
SOURCES (checked 2026-10-10):
S1: Dynamic workflows
https://docs.github.com/en/copilot/concepts/agents/dynamic-workflows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1:30–2:20. Explain agentic work as goal-directed tool use with feedback. This figure is our engineering pattern, not a promise that every agent checks itself correctly. 'The loop can be agentic without being unattended. An autonomous loop can still be wrong.' A test failure is useful evidence, not embarrassment.,
PRESENTER BOUNDARIES: All launch data is synthetic. Rehearsal uses JavaScript workers, not LLM agents. Native live mode requires eligible Copilot authentication, experimental features, and model availability. No deployment or remote writes.,
SOURCES (checked 2026-10-10):
S1: Dynamic workflows
https://docs.github.com/en/copilot/concepts/agents/dynamic-workflows
S6: Running tasks in parallel with /fleet
https://docs.github.com/en/copilot/concepts/agents/copilot-cli/fleet
S7: Allowing Copilot CLI to work autonomously
https://docs.github.com/en/copilot/concepts/agents/copilot-cli/autopilot
S18: VS Code agents overview
https://code.visualstudio.com/docs/copilot/agents/overview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2:20–3:30. Ask: 'Which word answers who decides the process?' Autopilot is autonomy. Fleet encourages model-chosen decomposition and parallel subagents. A dynamic workflow is author-defined code with conditions and handoffs. They can be combined; they are not synonyms. Fleet adds overhead and is useful only when work is separable.,
PRESENTER BOUNDARIES: All launch data is synthetic. Rehearsal uses JavaScript workers, not LLM agents. Native live mode requires eligible Copilot authentication, experimental features, and model availability. No deployment or remote writes.,
SOURCES (checked 2026-10-10):
S1: Dynamic workflows
https://docs.github.com/en/copilot/concepts/agents/dynamic-workflows
S6: Running tasks in parallel with /fleet
https://docs.github.com/en/copilot/concepts/agents/copilot-cli/fleet
S7: Allowing Copilot CLI to work autonomously
https://docs.github.com/en/copilot/concepts/agents/copilot-cli/autopilot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3:30–4:30. Prevent the naming trap. Copilot dynamic workflows are extension programs in CLI/app/SDK, with a preview API. GitHub Agentic Workflows (gh-aw) is a separate open-source tool that compiles Markdown plus YAML frontmatter into GitHub Actions .lock.yml workflows. This package demonstrates the former; it does not deploy the latter.,
PRESENTER BOUNDARIES: All launch data is synthetic. Rehearsal uses JavaScript workers, not LLM agents. Native live mode requires eligible Copilot authentication, experimental features, and model availability. No deployment or remote writes.,
SOURCES (checked 2026-10-10):
S1: Dynamic workflows
https://docs.github.com/en/copilot/concepts/agents/dynamic-workflows
S2: Using dynamic workflows
https://docs.github.com/en/copilot/how-tos/use-copilot-agents/use-dynamic-workflows
S13: GitHub Agentic Workflows: About
https://github.github.com/gh-aw/about/
S14: How GitHub Agentic Workflows work
https://github.github.com/gh-aw/introduction/how-they-work/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4:30–5:30. Point at the two names used throughout the live demo. Dynamic Workflow means code-controlled orchestration: routes, parallel work, journals, and checkpoints. Agentic Workflow means model reasoning inside that process: a cited repair explanation and independent challenge. The model does not invent the workflow program. GitHub Agentic Workflows on Actions is a separate engine and is not run here.,
PRESENTER BOUNDARIES: All launch data is synthetic. Rehearsal uses JavaScript workers, not LLM agents. Native live mode requires eligible Copilot authentication, experimental features, and model availability. No deployment or remote writes.,
SOURCES (checked 2026-10-10):
S1: Dynamic workflows
https://docs.github.com/en/copilot/concepts/agents/dynamic-workflows
S3: Official SDK: Dynamic Workflows
https://github.com/github/copilot-sdk/blob/v1.0.19/nodejs/docs/workflows.md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5:30–6:20. A profile controls tools and specialist behavior. The workflow call sets model, effort, and output shape explicitly. The actual profiles use tools: []. The SDK checks only a subset of JSON Schema; semantic validation still belongs in code. An ordinary agent failure returns null. Hold the candidate rather than manufacturing a successful empty answer.,
PRESENTER BOUNDARIES: All launch data is synthetic. Rehearsal uses JavaScript workers, not LLM agents. Native live mode requires eligible Copilot authentication, experimental features, and model availability. No deployment or remote writes.,
SOURCES (checked 2026-10-10):
S3: Official SDK: Dynamic Workflows
https://github.com/github/copilot-sdk/blob/v1.0.19/nodejs/docs/workflows.md
S9: Creating and using custom agents for CLI
https://docs.github.com/en/copilot/how-tos/copilot-cli/customize-copilot/create-custom-agents-for-cli
S10: Custom agents configuration
https://docs.github.com/en/copilot/reference/custom-agents-configuration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6:20–7:00. 'We are not saving an answer. We are saving a process.' Inputs and evidence choose the path; model answers can still vary. Version durable step keys and keep producers idempotent. Sharing the extension shares its definition, not someone else's run history.,
PRESENTER BOUNDARIES: All launch data is synthetic. Rehearsal uses JavaScript workers, not LLM agents. Native live mode requires eligible Copilot authentication, experimental features, and model availability. No deployment or remote writes.,
SOURCES (checked 2026-10-10):
S1: Dynamic workflows
https://docs.github.com/en/copilot/concepts/agents/dynamic-workflows
S2: Using dynamic workflows
https://docs.github.com/en/copilot/how-tos/use-copilot-agents/use-dynamic-workflows
S3: Official SDK: Dynamic Workflows
https://github.com/github/copilot-sdk/blob/v1.0.19/nodejs/docs/workflows.md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7:00–7:40. Switch to the feature walkthrough, not an uninterrupted ticket-allocation animation. At every stop identify the feature name, why it helps, the relevant API, the input, and the output. Native agentic proofs show an exact prompt and actual model response. Offline proofs say JavaScript substitute and label the prompt as a preview not sent to a model.,
PRESENTER BOUNDARIES: All launch data is synthetic. Rehearsal uses JavaScript workers, not LLM agents. Native live mode requires eligible Copilot authentication, experimental features, and model availability. No deployment or remote writes.,
SOURCES (checked 2026-10-10):
S2: Using dynamic workflows
https://docs.github.com/en/copilot/how-tos/use-copilot-agents/use-dynamic-workflows
S3: Official SDK: Dynamic Workflows
https://github.com/github/copilot-sdk/blob/v1.0.19/nodejs/docs/workflows.md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7:40–8:20. Poll by show of hands, not by a nonexistent online voting backend. Choose Retry storm for the simplest path, Both at once for true parallel specialist calls, or Surprise me for the late new-evidence branch. Explain that scenario choice changes real computations. Start a new run before changing scenarios.,
PRESENTER BOUNDARIES: All launch data is synthetic. Rehearsal uses JavaScript workers, not LLM agents. Native live mode requires eligible Copilot authentication, experimental features, and model availability. No deployment or remote writes.,
SOURCES (checked 2026-10-10):
S1: Dynamic workflows
https://docs.github.com/en/copilot/concepts/agents/dynamic-workflows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8:20–9:20. Launch the version-matched SDK with --walkthrough. It pauses at feature boundaries using the actual Copilot runtime. Type NEXT at those teaching stops; NEXT is not draft approval. Type APPROVE only at the separate final human checkpoint. The browser shows exact handoffs and never resumes native work. Agent models and effort remain explicit.,
PRESENTER BOUNDARIES: All launch data is synthetic. Rehearsal uses JavaScript workers, not LLM agents. Native live mode requires eligible Copilot authentication, experimental features, and model availability. No deployment or remote writes.,
SOURCES (checked 2026-10-10):
S2: Using dynamic workflows
https://docs.github.com/en/copilot/how-tos/use-copilot-agents/use-dynamic-workflows
S4: Official SDK: Copilot CLI Extensions
https://github.com/github/copilot-sdk/blob/v1.0.19/nodejs/docs/extensions.md
S5: CLI programmatic reference
https://docs.github.com/en/copilot/reference/copilot-cli-reference/cli-programmatic-reference
S19: Official SDK: custom agents and sub-agent orchestration
https://github.com/github/copilot-sdk/blob/v1.0.19/docs/features/custom-agents.md
S20: Official SDK: workflow end-to-end tests
https://github.com/github/copilot-sdk/blob/v1.0.19/nodejs/test/e2e/workflow.e2e.test.ts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reveal around 10:30. Select Surprise me. The first candidate correctly handles the retry storm. After planning, the synthetic main hall inventory changes from 1,800 to 1,600. The first candidate then fails the capacity contract by 200 seats. We do not ask the main agent a new question: the existing workflow's condition handles the new evidence.,
PRESENTER BOUNDARIES: All launch data is synthetic. Rehearsal uses JavaScript workers, not LLM agents. Native live mode requires eligible Copilot authentication, experimental features, and model availability. No deployment or remote writes.,
SOURCES (checked 2026-10-10):
S1: Dynamic workflows
https://docs.github.com/en/copilot/concepts/agents/dynamic-workflows
S3: Official SDK: Dynamic Workflows
https://github.com/github/copilot-sdk/blob/v1.0.19/nodejs/docs/workflows.md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explanation around 11:00. Point to the new capacity specialist and second verification. The code chooses the conditional branch. Models interpret and explain evidence inside the branch. It is not a claim that the model invented the orchestration program. Preserve the working dedupe policy; adapt only the missing work.,
PRESENTER BOUNDARIES: All launch data is synthetic. Rehearsal uses JavaScript workers, not LLM agents. Native live mode requires eligible Copilot authentication, experimental features, and model availability. No deployment or remote writes.,
SOURCES (checked 2026-10-10):
S1: Dynamic workflows
https://docs.github.com/en/copilot/concepts/agents/dynamic-workflows
S3: Official SDK: Dynamic Workflows
https://github.com/github/copilot-sdk/blob/v1.0.19/nodejs/docs/workflows.md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checkpoint around 12:30–13:30. Point to all three checks, then deliberately do not click approve for a beat. Explain that ctx.pause is a durable checkpoint. Native resume restarts the body and reuses saved JSON steps. Unsaved work may re-run. The checkpoint is not a security sandbox and passing tests does not authorize deployment. Approve only a synthetic local draft.,
PRESENTER BOUNDARIES: All launch data is synthetic. Rehearsal uses JavaScript workers, not LLM agents. Native live mode requires eligible Copilot authentication, experimental features, and model availability. No deployment or remote writes.,
SOURCES (checked 2026-10-10):
S1: Dynamic workflows
https://docs.github.com/en/copilot/concepts/agents/dynamic-workflows
S2: Using dynamic workflows
https://docs.github.com/en/copilot/how-tos/use-copilot-agents/use-dynamic-workflows
S3: Official SDK: Dynamic Workflows
https://github.com/github/copilot-sdk/blob/v1.0.19/nodejs/docs/workflows.md
S5: CLI programmatic reference
https://docs.github.com/en/copilot/reference/copilot-cli-reference/cli-programmatic-reference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13:30–14:20. Finish the mixed scenario. These are exact measured synthetic fixture counts, not model-generated numbers and not a production benchmark. Confirmed plus waitlisted equals 2,500. The workflow ignores 500 retries, creates no duplicate outcomes, and respects the current inventory. Download the JSON evidence, then return to slides.,
PRESENTER BOUNDARIES: All launch data is synthetic. Rehearsal uses JavaScript workers, not LLM agents. Native live mode requires eligible Copilot authentication, experimental features, and model availability. No deployment or remote writes.,
SOURCES (checked 2026-10-10):
S1: Dynamic workflows
https://docs.github.com/en/copilot/concepts/agents/dynamic-workflows
S3: Official SDK: Dynamic Workflows
https://github.com/github/copilot-sdk/blob/v1.0.19/nodejs/docs/workflows.md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14:20–15:10. State the difference plainly. Offline rehearsal is a self-contained file with real workers and checks, zero LLM calls. Native rehearsal is the actual Copilot workflow runtime with zero LLM calls. Native live calls actual workflow-owned agents and consumes credits. Actual native model runs were verified with requested/resolved GPT-6.1 Sol and Sonnet 5.5; evidence is packaged. Never present offline workers or completed native results as a currently running model performance.,
PRESENTER BOUNDARIES: All launch data is synthetic. Rehearsal uses JavaScript workers, not LLM agents. Native live mode requires eligible Copilot authentication, experimental features, and model availability. No deployment or remote writes.,
SOURCES (checked 2026-10-10):
S2: Using dynamic workflows
https://docs.github.com/en/copilot/how-tos/use-copilot-agents/use-dynamic-workflows
S3: Official SDK: Dynamic Workflows
https://github.com/github/copilot-sdk/blob/v1.0.19/nodejs/docs/workflows.md
S5: CLI programmatic reference
https://docs.github.com/en/copilot/reference/copilot-cli-reference/cli-programmatic-reference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15:10–16:15. Explain the trust boundary discovered in the docs. tools: [] constrains the model, not the extension's own JavaScript. Review extension code before trusting it. Session grants propagate to workflow agents. Direct workflow CLI runs do not show permission prompts. The app's config scripts may receive credentials: do not log their environment. This demo has no production systems or remote writes.,
PRESENTER BOUNDARIES: All launch data is synthetic. Rehearsal uses JavaScript workers, not LLM agents. Native live mode requires eligible Copilot authentication, experimental features, and model availability. No deployment or remote writes.,
SOURCES (checked 2026-10-10):
S1: Dynamic workflows
https://docs.github.com/en/copilot/concepts/agents/dynamic-workflows
S4: Official SDK: Copilot CLI Extensions
https://github.com/github/copilot-sdk/blob/v1.0.19/nodejs/docs/extensions.md
S5: CLI programmatic reference
https://docs.github.com/en/copilot/reference/copilot-cli-reference/cli-programmatic-reference
S12: Repository configuration for the Copilot app
https://docs.github.com/en/copilot/reference/github-copilot-app-reference/repository-configuration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16:15–17:10. Show the actual supplied paths. The extension is the reusable process. Agent profiles provide constraints. App configuration provides a manual run script and server detection. None of these is an implicit schedule or deployment. Changes to repository app config need review. Sharing the extension does not copy run history.,
PRESENTER BOUNDARIES: All launch data is synthetic. Rehearsal uses JavaScript workers, not LLM agents. Native live mode requires eligible Copilot authentication, experimental features, and model availability. No deployment or remote writes.,
SOURCES (checked 2026-10-10):
S2: Using dynamic workflows
https://docs.github.com/en/copilot/how-tos/use-copilot-agents/use-dynamic-workflows
S4: Official SDK: Copilot CLI Extensions
https://github.com/github/copilot-sdk/blob/v1.0.19/nodejs/docs/extensions.md
S9: Creating and using custom agents for CLI
https://docs.github.com/en/copilot/how-tos/copilot-cli/customize-copilot/create-custom-agents-for-cli
S12: Repository configuration for the Copilot app
https://docs.github.com/en/copilot/reference/github-copilot-app-reference/repository-configuration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17:10–18:00. Optional follow-on if the audience works on repository automation. gh-aw combines Markdown instructions and YAML frontmatter and compiles to Actions. Deterministic CI remains deterministic. Agent jobs are read-only and sandboxed by default; configured safe outputs are validated in scoped jobs. These are configurable defenses, not proof that outputs are correct. No Actions workflow is installed or run by this demo.,
PRESENTER BOUNDARIES: All launch data is synthetic. Rehearsal uses JavaScript workers, not LLM agents. Native live mode requires eligible Copilot authentication, experimental features, and model availability. No deployment or remote writes.,
SOURCES (checked 2026-10-10):
S13: GitHub Agentic Workflows: About
https://github.github.com/gh-aw/about/
S14: How GitHub Agentic Workflows work
https://github.github.com/gh-aw/introduction/how-they-work/
S15: GitHub Agentic Workflows security architecture
https://github.github.com/gh-aw/introduction/architecture/
S16: GitHub Agentic Workflows safe outputs
https://github.github.com/gh-aw/reference/safe-outputs/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18:00–19:00. Adoption advice: pick a bounded repeating task; make inputs and success criteria explicit; make failures visible; add one agent where judgment adds value; only parallelize truly independent work. Measure actual usage before choosing credit limits. Don't start by building a fleet for everything.,
PRESENTER BOUNDARIES: All launch data is synthetic. Rehearsal uses JavaScript workers, not LLM agents. Native live mode requires eligible Copilot authentication, experimental features, and model availability. No deployment or remote writes.,
SOURCES (checked 2026-10-10):
S1: Dynamic workflows
https://docs.github.com/en/copilot/concepts/agents/dynamic-workflows
S3: Official SDK: Dynamic Workflows
https://github.com/github/copilot-sdk/blob/v1.0.19/nodejs/docs/workflows.md
S6: Running tasks in parallel with /fleet
https://docs.github.com/en/copilot/concepts/agents/copilot-cli/fleet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19:00–20:00. Closing statement, then leave approximately five minutes for questions. 'The next level is not a longer prompt. It is a process that can explain its evidence, survive a failed check, and stop at the right boundary.' Return to the working graph if asked. The resources and fallback are bundled with the presentation.,
PRESENTER BOUNDARIES: All launch data is synthetic. Rehearsal uses JavaScript workers, not LLM agents. Native live mode requires eligible Copilot authentication, experimental features, and model availability. No deployment or remote writes.,
SOURCES (checked 2026-10-10):
S1: Dynamic workflows
https://docs.github.com/en/copilot/concepts/agents/dynamic-workflows
S3: Official SDK: Dynamic Workflows
https://github.com/github/copilot-sdk/blob/v1.0.19/nodejs/docs/workflows.md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Exact semantics matter more than the shape of a diagram. ctx.parallel is a barrier; ctx.pipeline can advance items without a stage-wide barrier. Agent ordinary failures return null; hard runtime failures reject. Journal keys alone identify saved steps. Producers are best-effort at-least-once, not exactly-once. A paused run is resumable; nested workflows are unsupported.,
PRESENTER BOUNDARIES: All launch data is synthetic. Rehearsal uses JavaScript workers, not LLM agents. Native live mode requires eligible Copilot authentication, experimental features, and model availability. No deployment or remote writes.,
SOURCES (checked 2026-10-10):
S3: Official SDK: Dynamic Workflows
https://github.com/github/copilot-sdk/blob/v1.0.19/nodejs/docs/workflows.md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Run the launcher before the venue session. Our active CLI was 1.0.94-3; --no-auto-update unexpectedly selected bundled 1.0.80 and broke workflow arguments, so the launcher omits that flag. Preview availability and model catalogs change. Certain legacy annual Pro/Pro+ billing plans are excluded. App run monitoring is local-session only. Credits are an approximate post-paid ceiling.,
PRESENTER BOUNDARIES: All launch data is synthetic. Rehearsal uses JavaScript workers, not LLM agents. Native live mode requires eligible Copilot authentication, experimental features, and model availability. No deployment or remote writes.,
SOURCES (checked 2026-10-10):
S1: Dynamic workflows
https://docs.github.com/en/copilot/concepts/agents/dynamic-workflows
S2: Using dynamic workflows
https://docs.github.com/en/copilot/how-tos/use-copilot-agents/use-dynamic-workflows
S3: Official SDK: Dynamic Workflows
https://github.com/github/copilot-sdk/blob/v1.0.19/nodejs/docs/workflows.md
S5: CLI programmatic reference
https://docs.github.com/en/copilot/reference/copilot-cli-reference/cli-programmatic-reference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presenter rescue card. The fallback is deliberate and honestly labeled. If a model is unavailable, no Auto substitution is performed. An unknown workflow usually means extension discovery or trust; unknown --args with the bundled old runtime was a real compatibility finding. The preferred SDK runner keeps its owning terminal alive at the checkpoint. Type APPROVE there; browser approval does not resume native work. If you choose HOLD, that SDK host exits and you should start a new run.,
PRESENTER BOUNDARIES: All launch data is synthetic. Rehearsal uses JavaScript workers, not LLM agents. Native live mode requires eligible Copilot authentication, experimental features, and model availability. No deployment or remote writes.,
SOURCES (checked 2026-10-10):
S2: Using dynamic workflows
https://docs.github.com/en/copilot/how-tos/use-copilot-agents/use-dynamic-workflows
S3: Official SDK: Dynamic Workflows
https://github.com/github/copilot-sdk/blob/v1.0.19/nodejs/docs/workflows.md
S5: CLI programmatic reference
https://docs.github.com/en/copilot/reference/copilot-cli-reference/cli-programmatic-reference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Full source inventory is in sources/research.json and Feature-Research.md. Every source footer links to a primary source; speaker notes list the exact URLs supporting that slide. Twenty primary sources and actual runtime evidence are packaged. Documentation was checked 10 October 2026. Public-preview APIs and availability are subject to change.,
PRESENTER BOUNDARIES: All launch data is synthetic. Rehearsal uses JavaScript workers, not LLM agents. Native live mode requires eligible Copilot authentication, experimental features, and model availability. No deployment or remote writes.,
SOURCES (checked 2026-10-10):
S1: Dynamic workflows
https://docs.github.com/en/copilot/concepts/agents/dynamic-workflows
S2: Using dynamic workflows
https://docs.github.com/en/copilot/how-tos/use-copilot-agents/use-dynamic-workflows
S3: Official SDK: Dynamic Workflows
https://github.com/github/copilot-sdk/blob/v1.0.19/nodejs/docs/workflows.md
S5: CLI programmatic reference
https://docs.github.com/en/copilot/reference/copilot-cli-reference/cli-programmatic-reference
S14: How GitHub Agentic Workflows work
https://github.github.com/gh-aw/introduction/how-they-work/
S15: GitHub Agentic Workflows security architecture
https://github.github.com/gh-aw/introduction/architecture/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Use this prompt in a local Copilot app/CLI session after loading the reviewed extension. A prompt-created run belongs to that session and is visible in its Workflows panel. When running from the external launcher, use its printed owning session ID to resume instead. This prompt does not authorize deployment or remote writes. Agent model/effort is explicit in the workflow calls.,
PRESENTER BOUNDARIES: All launch data is synthetic. Rehearsal uses JavaScript workers, not LLM agents. Native live mode requires eligible Copilot authentication, experimental features, and model availability. No deployment or remote writes.,
SOURCES (checked 2026-10-10):
S1: Dynamic workflows
https://docs.github.com/en/copilot/concepts/agents/dynamic-workflows
S2: Using dynamic workflows
https://docs.github.com/en/copilot/how-tos/use-copilot-agents/use-dynamic-workflows
S3: Official SDK: Dynamic Workflows
https://github.com/github/copilot-sdk/blob/v1.0.19/nodejs/docs/workflows.md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docs.github.com/en/copilot/concepts/agents/dynamic-workflows" TargetMode="Externa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docs.github.com/en/copilot/concepts/agents/dynamic-workflows" TargetMode="Externa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docs.github.com/en/copilot/concepts/agents/dynamic-workflows" TargetMode="Externa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docs.github.com/en/copilot/concepts/agents/dynamic-workflows" TargetMode="Externa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docs.github.com/en/copilot/concepts/agents/dynamic-workflows" TargetMode="Externa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docs.github.com/en/copilot/concepts/agents/dynamic-workflows" TargetMode="Externa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github.com/github/copilot-sdk/blob/v1.0.19/nodejs/docs/workflows.md" TargetMode="Externa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docs.github.com/en/copilot/concepts/agents/dynamic-workflows" TargetMode="Externa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docs.github.com/en/copilot/how-tos/use-copilot-agents/use-dynamic-workflows" TargetMode="External"/><Relationship Id="rId2" Type="http://schemas.openxmlformats.org/officeDocument/2006/relationships/image" Target="../media/image-9-1.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docs.github.com/en/copilot/concepts/agents/dynamic-workflows" TargetMode="Externa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docs.github.com/en/copilot/how-tos/use-copilot-agents/use-dynamic-workflows" TargetMode="Externa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docs.github.com/en/copilot/concepts/agents/dynamic-workflows" TargetMode="Externa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docs.github.com/en/copilot/concepts/agents/dynamic-workflows" TargetMode="Externa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docs.github.com/en/copilot/concepts/agents/dynamic-workflows" TargetMode="Externa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https://docs.github.com/en/copilot/concepts/agents/dynamic-workflows" TargetMode="Externa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docs.github.com/en/copilot/how-tos/use-copilot-agents/use-dynamic-workflows" TargetMode="Externa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hyperlink" Target="https://docs.github.com/en/copilot/concepts/agents/dynamic-workflows" TargetMode="Externa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hyperlink" Target="https://docs.github.com/en/copilot/how-tos/use-copilot-agents/use-dynamic-workflows" TargetMode="Externa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hyperlink" Target="https://github.github.com/gh-aw/about/" TargetMode="Externa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hyperlink" Target="https://docs.github.com/en/copilot/concepts/agents/dynamic-workflows" TargetMode="Externa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hyperlink" Target="https://docs.github.com/en/copilot/concepts/agents/dynamic-workflows" TargetMode="Externa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hyperlink" Target="https://github.com/github/copilot-sdk/blob/v1.0.19/nodejs/docs/workflows.md" TargetMode="External"/><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hyperlink" Target="https://docs.github.com/en/copilot/concepts/agents/dynamic-workflows" TargetMode="External"/><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hyperlink" Target="https://docs.github.com/en/copilot/how-tos/use-copilot-agents/use-dynamic-workflows" TargetMode="External"/><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hyperlink" Target="https://docs.github.com/en/copilot/concepts/agents/dynamic-workflows" TargetMode="External"/><Relationship Id="rId2" Type="http://schemas.openxmlformats.org/officeDocument/2006/relationships/hyperlink" Target="https://docs.github.com/en/copilot/concepts/agents/dynamic-workflows" TargetMode="External"/><Relationship Id="rId3" Type="http://schemas.openxmlformats.org/officeDocument/2006/relationships/hyperlink" Target="https://docs.github.com/en/copilot/how-tos/use-copilot-agents/use-dynamic-workflows" TargetMode="External"/><Relationship Id="rId4" Type="http://schemas.openxmlformats.org/officeDocument/2006/relationships/hyperlink" Target="https://github.com/github/copilot-sdk/blob/v1.0.19/nodejs/docs/workflows.md" TargetMode="External"/><Relationship Id="rId5" Type="http://schemas.openxmlformats.org/officeDocument/2006/relationships/hyperlink" Target="https://docs.github.com/en/copilot/reference/copilot-cli-reference/cli-programmatic-reference" TargetMode="External"/><Relationship Id="rId6" Type="http://schemas.openxmlformats.org/officeDocument/2006/relationships/hyperlink" Target="https://github.github.com/gh-aw/introduction/how-they-work/" TargetMode="External"/><Relationship Id="rId7" Type="http://schemas.openxmlformats.org/officeDocument/2006/relationships/hyperlink" Target="https://github.github.com/gh-aw/introduction/architecture/" TargetMode="External"/><Relationship Id="rId8" Type="http://schemas.openxmlformats.org/officeDocument/2006/relationships/slideLayout" Target="../slideLayouts/slideLayout1.xml"/><Relationship Id="rId9"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hyperlink" Target="https://docs.github.com/en/copilot/concepts/agents/dynamic-workflows" TargetMode="External"/><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D3B3A"/>
        </a:solidFill>
      </p:bgPr>
    </p:bg>
    <p:spTree>
      <p:nvGrpSpPr>
        <p:cNvPr id="1" name=""/>
        <p:cNvGrpSpPr/>
        <p:nvPr/>
      </p:nvGrpSpPr>
      <p:grpSpPr>
        <a:xfrm>
          <a:off x="0" y="0"/>
          <a:ext cx="0" cy="0"/>
          <a:chOff x="0" y="0"/>
          <a:chExt cx="0" cy="0"/>
        </a:xfrm>
      </p:grpSpPr>
      <p:sp>
        <p:nvSpPr>
          <p:cNvPr id="2" name="Text 0"/>
          <p:cNvSpPr/>
          <p:nvPr/>
        </p:nvSpPr>
        <p:spPr>
          <a:xfrm>
            <a:off x="566928" y="429768"/>
            <a:ext cx="11009376" cy="1847088"/>
          </a:xfrm>
          <a:prstGeom prst="rect">
            <a:avLst/>
          </a:prstGeom>
          <a:noFill/>
          <a:ln/>
        </p:spPr>
        <p:txBody>
          <a:bodyPr wrap="square" lIns="0" tIns="0" rIns="0" bIns="0" rtlCol="0" anchor="t"/>
          <a:lstStyle/>
          <a:p>
            <a:pPr indent="0" marL="0">
              <a:buNone/>
            </a:pPr>
            <a:r>
              <a:rPr lang="en-US" sz="6000" b="1" dirty="0">
                <a:solidFill>
                  <a:srgbClr val="DEDEDE"/>
                </a:solidFill>
                <a:latin typeface="Aptos Display" pitchFamily="34" charset="0"/>
                <a:ea typeface="Aptos Display" pitchFamily="34" charset="-122"/>
                <a:cs typeface="Aptos Display" pitchFamily="34" charset="-120"/>
              </a:rPr>
              <a:t>Don't just prompt.</a:t>
            </a:r>
            <a:endParaRPr lang="en-US" sz="6000" dirty="0"/>
          </a:p>
          <a:p>
            <a:pPr indent="0" marL="0">
              <a:buNone/>
            </a:pPr>
            <a:r>
              <a:rPr lang="en-US" sz="6000" b="1" dirty="0">
                <a:solidFill>
                  <a:srgbClr val="DEDEDE"/>
                </a:solidFill>
                <a:latin typeface="Aptos Display" pitchFamily="34" charset="0"/>
                <a:ea typeface="Aptos Display" pitchFamily="34" charset="-122"/>
                <a:cs typeface="Aptos Display" pitchFamily="34" charset="-120"/>
              </a:rPr>
              <a:t>Orchestrate.</a:t>
            </a:r>
            <a:endParaRPr lang="en-US" sz="6000" dirty="0"/>
          </a:p>
        </p:txBody>
      </p:sp>
      <p:sp>
        <p:nvSpPr>
          <p:cNvPr id="3" name="Text 1"/>
          <p:cNvSpPr/>
          <p:nvPr/>
        </p:nvSpPr>
        <p:spPr>
          <a:xfrm>
            <a:off x="566928" y="6446520"/>
            <a:ext cx="4663440" cy="201168"/>
          </a:xfrm>
          <a:prstGeom prst="rect">
            <a:avLst/>
          </a:prstGeom>
          <a:noFill/>
          <a:ln/>
        </p:spPr>
        <p:txBody>
          <a:bodyPr wrap="square" lIns="0" tIns="0" rIns="0" bIns="0" rtlCol="0" anchor="ctr"/>
          <a:lstStyle/>
          <a:p>
            <a:pPr indent="0" marL="0">
              <a:buNone/>
            </a:pPr>
            <a:r>
              <a:rPr lang="en-US" sz="1100" spc="80" kern="0" dirty="0">
                <a:solidFill>
                  <a:srgbClr val="B0B0B0"/>
                </a:solidFill>
                <a:latin typeface="Aptos" pitchFamily="34" charset="0"/>
                <a:ea typeface="Aptos" pitchFamily="34" charset="-122"/>
                <a:cs typeface="Aptos" pitchFamily="34" charset="-120"/>
              </a:rPr>
              <a:t>LAUNCH RESCUE / GITHUB COPILOT</a:t>
            </a:r>
            <a:endParaRPr lang="en-US" sz="1100" dirty="0"/>
          </a:p>
        </p:txBody>
      </p:sp>
      <p:sp>
        <p:nvSpPr>
          <p:cNvPr id="4" name="Text 2">
            <a:hlinkClick r:id="rId1" tooltip=""/>
          </p:cNvPr>
          <p:cNvSpPr/>
          <p:nvPr/>
        </p:nvSpPr>
        <p:spPr>
          <a:xfrm>
            <a:off x="6437376" y="6446520"/>
            <a:ext cx="4599432" cy="201168"/>
          </a:xfrm>
          <a:prstGeom prst="rect">
            <a:avLst/>
          </a:prstGeom>
          <a:noFill/>
          <a:ln/>
        </p:spPr>
        <p:txBody>
          <a:bodyPr wrap="square" lIns="0" tIns="0" rIns="0" bIns="0" rtlCol="0" anchor="ctr"/>
          <a:lstStyle/>
          <a:p>
            <a:pPr algn="r" indent="0" marL="0">
              <a:buNone/>
            </a:pPr>
            <a:r>
              <a:rPr lang="en-US" sz="1100" u="sng" dirty="0">
                <a:solidFill>
                  <a:srgbClr val="B0B0B0"/>
                </a:solid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S1 · S2  |  10 OCT 2026</a:t>
            </a:r>
            <a:endParaRPr lang="en-US" sz="1100" dirty="0"/>
          </a:p>
        </p:txBody>
      </p:sp>
      <p:sp>
        <p:nvSpPr>
          <p:cNvPr id="5" name="Text 3"/>
          <p:cNvSpPr/>
          <p:nvPr/>
        </p:nvSpPr>
        <p:spPr>
          <a:xfrm>
            <a:off x="11137392" y="6419088"/>
            <a:ext cx="457200" cy="256032"/>
          </a:xfrm>
          <a:prstGeom prst="rect">
            <a:avLst/>
          </a:prstGeom>
          <a:noFill/>
          <a:ln/>
        </p:spPr>
        <p:txBody>
          <a:bodyPr wrap="square" lIns="0" tIns="0" rIns="0" bIns="0" rtlCol="0" anchor="ctr"/>
          <a:lstStyle/>
          <a:p>
            <a:pPr algn="r" indent="0" marL="0">
              <a:buNone/>
            </a:pPr>
            <a:r>
              <a:rPr lang="en-US" sz="1300" dirty="0">
                <a:solidFill>
                  <a:srgbClr val="B0B0B0"/>
                </a:solidFill>
                <a:latin typeface="Aptos" pitchFamily="34" charset="0"/>
                <a:ea typeface="Aptos" pitchFamily="34" charset="-122"/>
                <a:cs typeface="Aptos" pitchFamily="34" charset="-120"/>
              </a:rPr>
              <a:t>01</a:t>
            </a:r>
            <a:endParaRPr lang="en-US" sz="1300" dirty="0"/>
          </a:p>
        </p:txBody>
      </p:sp>
      <p:sp>
        <p:nvSpPr>
          <p:cNvPr id="7" name="Text 4"/>
          <p:cNvSpPr/>
          <p:nvPr/>
        </p:nvSpPr>
        <p:spPr>
          <a:xfrm>
            <a:off x="612648" y="2532888"/>
            <a:ext cx="7223760" cy="932688"/>
          </a:xfrm>
          <a:prstGeom prst="rect">
            <a:avLst/>
          </a:prstGeom>
          <a:noFill/>
          <a:ln/>
        </p:spPr>
        <p:txBody>
          <a:bodyPr wrap="square" lIns="0" tIns="0" rIns="0" bIns="0" rtlCol="0" anchor="ctr"/>
          <a:lstStyle/>
          <a:p>
            <a:pPr indent="0" marL="0">
              <a:buNone/>
            </a:pPr>
            <a:r>
              <a:rPr lang="en-US" sz="2900" dirty="0">
                <a:solidFill>
                  <a:srgbClr val="B0B0B0"/>
                </a:solidFill>
                <a:latin typeface="Aptos" pitchFamily="34" charset="0"/>
                <a:ea typeface="Aptos" pitchFamily="34" charset="-122"/>
                <a:cs typeface="Aptos" pitchFamily="34" charset="-120"/>
              </a:rPr>
              <a:t>Agentic work + dynamic workflows</a:t>
            </a:r>
            <a:endParaRPr lang="en-US" sz="2900" dirty="0"/>
          </a:p>
          <a:p>
            <a:pPr indent="0" marL="0">
              <a:buNone/>
            </a:pPr>
            <a:r>
              <a:rPr lang="en-US" sz="2900" dirty="0">
                <a:solidFill>
                  <a:srgbClr val="B0B0B0"/>
                </a:solidFill>
                <a:latin typeface="Aptos" pitchFamily="34" charset="0"/>
                <a:ea typeface="Aptos" pitchFamily="34" charset="-122"/>
                <a:cs typeface="Aptos" pitchFamily="34" charset="-120"/>
              </a:rPr>
              <a:t>with GitHub Copilot</a:t>
            </a:r>
            <a:endParaRPr lang="en-US" sz="2900" dirty="0"/>
          </a:p>
        </p:txBody>
      </p:sp>
      <p:sp>
        <p:nvSpPr>
          <p:cNvPr id="8" name="Shape 5"/>
          <p:cNvSpPr/>
          <p:nvPr/>
        </p:nvSpPr>
        <p:spPr>
          <a:xfrm>
            <a:off x="612648" y="3666744"/>
            <a:ext cx="2057400" cy="384048"/>
          </a:xfrm>
          <a:prstGeom prst="roundRect">
            <a:avLst/>
          </a:prstGeom>
          <a:solidFill>
            <a:srgbClr val="FD8EA1"/>
          </a:solidFill>
          <a:ln w="12700">
            <a:solidFill>
              <a:srgbClr val="FD8EA1">
                <a:alpha val="0"/>
              </a:srgbClr>
            </a:solidFill>
            <a:prstDash val="solid"/>
          </a:ln>
        </p:spPr>
      </p:sp>
      <p:sp>
        <p:nvSpPr>
          <p:cNvPr id="9" name="Text 6"/>
          <p:cNvSpPr/>
          <p:nvPr/>
        </p:nvSpPr>
        <p:spPr>
          <a:xfrm>
            <a:off x="731520" y="3712464"/>
            <a:ext cx="1819656" cy="274320"/>
          </a:xfrm>
          <a:prstGeom prst="rect">
            <a:avLst/>
          </a:prstGeom>
          <a:noFill/>
          <a:ln/>
        </p:spPr>
        <p:txBody>
          <a:bodyPr wrap="square" lIns="0" tIns="0" rIns="0" bIns="0" rtlCol="0" anchor="ctr"/>
          <a:lstStyle/>
          <a:p>
            <a:pPr algn="ctr" indent="0" marL="0">
              <a:buNone/>
            </a:pPr>
            <a:r>
              <a:rPr lang="en-US" sz="1600" b="1" dirty="0">
                <a:solidFill>
                  <a:srgbClr val="3D3B3A"/>
                </a:solidFill>
                <a:latin typeface="Aptos" pitchFamily="34" charset="0"/>
                <a:ea typeface="Aptos" pitchFamily="34" charset="-122"/>
                <a:cs typeface="Aptos" pitchFamily="34" charset="-120"/>
              </a:rPr>
              <a:t>PUBLIC PREVIEW</a:t>
            </a:r>
            <a:endParaRPr lang="en-US" sz="1600" dirty="0"/>
          </a:p>
        </p:txBody>
      </p:sp>
      <p:sp>
        <p:nvSpPr>
          <p:cNvPr id="10" name="Shape 7"/>
          <p:cNvSpPr/>
          <p:nvPr/>
        </p:nvSpPr>
        <p:spPr>
          <a:xfrm>
            <a:off x="685800" y="4572000"/>
            <a:ext cx="1417320" cy="777240"/>
          </a:xfrm>
          <a:prstGeom prst="roundRect">
            <a:avLst>
              <a:gd name="adj" fmla="val 11765"/>
            </a:avLst>
          </a:prstGeom>
          <a:solidFill>
            <a:srgbClr val="292929"/>
          </a:solidFill>
          <a:ln w="16510">
            <a:solidFill>
              <a:srgbClr val="5F5F5F"/>
            </a:solidFill>
            <a:prstDash val="solid"/>
          </a:ln>
        </p:spPr>
      </p:sp>
      <p:sp>
        <p:nvSpPr>
          <p:cNvPr id="11" name="Text 8"/>
          <p:cNvSpPr/>
          <p:nvPr/>
        </p:nvSpPr>
        <p:spPr>
          <a:xfrm>
            <a:off x="804672" y="4663440"/>
            <a:ext cx="1179576" cy="594360"/>
          </a:xfrm>
          <a:prstGeom prst="rect">
            <a:avLst/>
          </a:prstGeom>
          <a:noFill/>
          <a:ln/>
        </p:spPr>
        <p:txBody>
          <a:bodyPr wrap="square" lIns="0" tIns="0" rIns="0" bIns="0" rtlCol="0" anchor="ctr"/>
          <a:lstStyle/>
          <a:p>
            <a:pPr algn="ctr" indent="0" marL="0">
              <a:buNone/>
            </a:pPr>
            <a:r>
              <a:rPr lang="en-US" sz="2100" b="1" dirty="0">
                <a:solidFill>
                  <a:srgbClr val="DEDEDE"/>
                </a:solidFill>
                <a:latin typeface="Aptos" pitchFamily="34" charset="0"/>
                <a:ea typeface="Aptos" pitchFamily="34" charset="-122"/>
                <a:cs typeface="Aptos" pitchFamily="34" charset="-120"/>
              </a:rPr>
              <a:t>Goal</a:t>
            </a:r>
            <a:endParaRPr lang="en-US" sz="2100" dirty="0"/>
          </a:p>
        </p:txBody>
      </p:sp>
      <p:sp>
        <p:nvSpPr>
          <p:cNvPr id="12" name="Shape 9"/>
          <p:cNvSpPr/>
          <p:nvPr/>
        </p:nvSpPr>
        <p:spPr>
          <a:xfrm>
            <a:off x="2670048" y="4572000"/>
            <a:ext cx="1828800" cy="777240"/>
          </a:xfrm>
          <a:prstGeom prst="roundRect">
            <a:avLst>
              <a:gd name="adj" fmla="val 11765"/>
            </a:avLst>
          </a:prstGeom>
          <a:solidFill>
            <a:srgbClr val="292929"/>
          </a:solidFill>
          <a:ln w="16510">
            <a:solidFill>
              <a:srgbClr val="5F5F5F"/>
            </a:solidFill>
            <a:prstDash val="solid"/>
          </a:ln>
        </p:spPr>
      </p:sp>
      <p:sp>
        <p:nvSpPr>
          <p:cNvPr id="13" name="Text 10"/>
          <p:cNvSpPr/>
          <p:nvPr/>
        </p:nvSpPr>
        <p:spPr>
          <a:xfrm>
            <a:off x="2788920" y="4663440"/>
            <a:ext cx="1591056" cy="594360"/>
          </a:xfrm>
          <a:prstGeom prst="rect">
            <a:avLst/>
          </a:prstGeom>
          <a:noFill/>
          <a:ln/>
        </p:spPr>
        <p:txBody>
          <a:bodyPr wrap="square" lIns="0" tIns="0" rIns="0" bIns="0" rtlCol="0" anchor="ctr"/>
          <a:lstStyle/>
          <a:p>
            <a:pPr algn="ctr" indent="0" marL="0">
              <a:buNone/>
            </a:pPr>
            <a:r>
              <a:rPr lang="en-US" sz="2100" b="1" dirty="0">
                <a:solidFill>
                  <a:srgbClr val="DEDEDE"/>
                </a:solidFill>
                <a:latin typeface="Aptos" pitchFamily="34" charset="0"/>
                <a:ea typeface="Aptos" pitchFamily="34" charset="-122"/>
                <a:cs typeface="Aptos" pitchFamily="34" charset="-120"/>
              </a:rPr>
              <a:t>Evidence</a:t>
            </a:r>
            <a:endParaRPr lang="en-US" sz="2100" dirty="0"/>
          </a:p>
        </p:txBody>
      </p:sp>
      <p:sp>
        <p:nvSpPr>
          <p:cNvPr id="14" name="Shape 11"/>
          <p:cNvSpPr/>
          <p:nvPr/>
        </p:nvSpPr>
        <p:spPr>
          <a:xfrm>
            <a:off x="5093208" y="3931920"/>
            <a:ext cx="1828800" cy="777240"/>
          </a:xfrm>
          <a:prstGeom prst="roundRect">
            <a:avLst>
              <a:gd name="adj" fmla="val 11765"/>
            </a:avLst>
          </a:prstGeom>
          <a:solidFill>
            <a:srgbClr val="FD8EA1"/>
          </a:solidFill>
          <a:ln w="16510">
            <a:solidFill>
              <a:srgbClr val="FD8EA1"/>
            </a:solidFill>
            <a:prstDash val="solid"/>
          </a:ln>
        </p:spPr>
      </p:sp>
      <p:sp>
        <p:nvSpPr>
          <p:cNvPr id="15" name="Text 12"/>
          <p:cNvSpPr/>
          <p:nvPr/>
        </p:nvSpPr>
        <p:spPr>
          <a:xfrm>
            <a:off x="5212080" y="4023360"/>
            <a:ext cx="1591056" cy="594360"/>
          </a:xfrm>
          <a:prstGeom prst="rect">
            <a:avLst/>
          </a:prstGeom>
          <a:noFill/>
          <a:ln/>
        </p:spPr>
        <p:txBody>
          <a:bodyPr wrap="square" lIns="0" tIns="0" rIns="0" bIns="0" rtlCol="0" anchor="ctr"/>
          <a:lstStyle/>
          <a:p>
            <a:pPr algn="ctr" indent="0" marL="0">
              <a:buNone/>
            </a:pPr>
            <a:r>
              <a:rPr lang="en-US" sz="2100" b="1" dirty="0">
                <a:solidFill>
                  <a:srgbClr val="3D3B3A"/>
                </a:solidFill>
                <a:latin typeface="Aptos" pitchFamily="34" charset="0"/>
                <a:ea typeface="Aptos" pitchFamily="34" charset="-122"/>
                <a:cs typeface="Aptos" pitchFamily="34" charset="-120"/>
              </a:rPr>
              <a:t>Specialist</a:t>
            </a:r>
            <a:endParaRPr lang="en-US" sz="2100" dirty="0"/>
          </a:p>
        </p:txBody>
      </p:sp>
      <p:sp>
        <p:nvSpPr>
          <p:cNvPr id="16" name="Shape 13"/>
          <p:cNvSpPr/>
          <p:nvPr/>
        </p:nvSpPr>
        <p:spPr>
          <a:xfrm>
            <a:off x="5093208" y="5212080"/>
            <a:ext cx="1828800" cy="777240"/>
          </a:xfrm>
          <a:prstGeom prst="roundRect">
            <a:avLst>
              <a:gd name="adj" fmla="val 11765"/>
            </a:avLst>
          </a:prstGeom>
          <a:solidFill>
            <a:srgbClr val="292929"/>
          </a:solidFill>
          <a:ln w="16510">
            <a:solidFill>
              <a:srgbClr val="5F5F5F"/>
            </a:solidFill>
            <a:prstDash val="solid"/>
          </a:ln>
        </p:spPr>
      </p:sp>
      <p:sp>
        <p:nvSpPr>
          <p:cNvPr id="17" name="Text 14"/>
          <p:cNvSpPr/>
          <p:nvPr/>
        </p:nvSpPr>
        <p:spPr>
          <a:xfrm>
            <a:off x="5212080" y="5303520"/>
            <a:ext cx="1591056" cy="594360"/>
          </a:xfrm>
          <a:prstGeom prst="rect">
            <a:avLst/>
          </a:prstGeom>
          <a:noFill/>
          <a:ln/>
        </p:spPr>
        <p:txBody>
          <a:bodyPr wrap="square" lIns="0" tIns="0" rIns="0" bIns="0" rtlCol="0" anchor="ctr"/>
          <a:lstStyle/>
          <a:p>
            <a:pPr algn="ctr" indent="0" marL="0">
              <a:buNone/>
            </a:pPr>
            <a:r>
              <a:rPr lang="en-US" sz="2100" b="1" dirty="0">
                <a:solidFill>
                  <a:srgbClr val="DEDEDE"/>
                </a:solidFill>
                <a:latin typeface="Aptos" pitchFamily="34" charset="0"/>
                <a:ea typeface="Aptos" pitchFamily="34" charset="-122"/>
                <a:cs typeface="Aptos" pitchFamily="34" charset="-120"/>
              </a:rPr>
              <a:t>Specialist</a:t>
            </a:r>
            <a:endParaRPr lang="en-US" sz="2100" dirty="0"/>
          </a:p>
        </p:txBody>
      </p:sp>
      <p:sp>
        <p:nvSpPr>
          <p:cNvPr id="18" name="Shape 15"/>
          <p:cNvSpPr/>
          <p:nvPr/>
        </p:nvSpPr>
        <p:spPr>
          <a:xfrm>
            <a:off x="7525512" y="4572000"/>
            <a:ext cx="1673352" cy="777240"/>
          </a:xfrm>
          <a:prstGeom prst="roundRect">
            <a:avLst>
              <a:gd name="adj" fmla="val 11765"/>
            </a:avLst>
          </a:prstGeom>
          <a:solidFill>
            <a:srgbClr val="292929"/>
          </a:solidFill>
          <a:ln w="16510">
            <a:solidFill>
              <a:srgbClr val="5F5F5F"/>
            </a:solidFill>
            <a:prstDash val="solid"/>
          </a:ln>
        </p:spPr>
      </p:sp>
      <p:sp>
        <p:nvSpPr>
          <p:cNvPr id="19" name="Text 16"/>
          <p:cNvSpPr/>
          <p:nvPr/>
        </p:nvSpPr>
        <p:spPr>
          <a:xfrm>
            <a:off x="7644384" y="4663440"/>
            <a:ext cx="1435608" cy="594360"/>
          </a:xfrm>
          <a:prstGeom prst="rect">
            <a:avLst/>
          </a:prstGeom>
          <a:noFill/>
          <a:ln/>
        </p:spPr>
        <p:txBody>
          <a:bodyPr wrap="square" lIns="0" tIns="0" rIns="0" bIns="0" rtlCol="0" anchor="ctr"/>
          <a:lstStyle/>
          <a:p>
            <a:pPr algn="ctr" indent="0" marL="0">
              <a:buNone/>
            </a:pPr>
            <a:r>
              <a:rPr lang="en-US" sz="2100" b="1" dirty="0">
                <a:solidFill>
                  <a:srgbClr val="DEDEDE"/>
                </a:solidFill>
                <a:latin typeface="Aptos" pitchFamily="34" charset="0"/>
                <a:ea typeface="Aptos" pitchFamily="34" charset="-122"/>
                <a:cs typeface="Aptos" pitchFamily="34" charset="-120"/>
              </a:rPr>
              <a:t>Verify</a:t>
            </a:r>
            <a:endParaRPr lang="en-US" sz="2100" dirty="0"/>
          </a:p>
        </p:txBody>
      </p:sp>
      <p:sp>
        <p:nvSpPr>
          <p:cNvPr id="20" name="Shape 17"/>
          <p:cNvSpPr/>
          <p:nvPr/>
        </p:nvSpPr>
        <p:spPr>
          <a:xfrm>
            <a:off x="9802368" y="4572000"/>
            <a:ext cx="1673352" cy="777240"/>
          </a:xfrm>
          <a:prstGeom prst="roundRect">
            <a:avLst>
              <a:gd name="adj" fmla="val 11765"/>
            </a:avLst>
          </a:prstGeom>
          <a:solidFill>
            <a:srgbClr val="292929"/>
          </a:solidFill>
          <a:ln w="16510">
            <a:solidFill>
              <a:srgbClr val="5F5F5F"/>
            </a:solidFill>
            <a:prstDash val="solid"/>
          </a:ln>
        </p:spPr>
      </p:sp>
      <p:sp>
        <p:nvSpPr>
          <p:cNvPr id="21" name="Text 18"/>
          <p:cNvSpPr/>
          <p:nvPr/>
        </p:nvSpPr>
        <p:spPr>
          <a:xfrm>
            <a:off x="9921240" y="4663440"/>
            <a:ext cx="1435608" cy="594360"/>
          </a:xfrm>
          <a:prstGeom prst="rect">
            <a:avLst/>
          </a:prstGeom>
          <a:noFill/>
          <a:ln/>
        </p:spPr>
        <p:txBody>
          <a:bodyPr wrap="square" lIns="0" tIns="0" rIns="0" bIns="0" rtlCol="0" anchor="ctr"/>
          <a:lstStyle/>
          <a:p>
            <a:pPr algn="ctr" indent="0" marL="0">
              <a:buNone/>
            </a:pPr>
            <a:r>
              <a:rPr lang="en-US" sz="2100" b="1" dirty="0">
                <a:solidFill>
                  <a:srgbClr val="DEDEDE"/>
                </a:solidFill>
                <a:latin typeface="Aptos" pitchFamily="34" charset="0"/>
                <a:ea typeface="Aptos" pitchFamily="34" charset="-122"/>
                <a:cs typeface="Aptos" pitchFamily="34" charset="-120"/>
              </a:rPr>
              <a:t>Human</a:t>
            </a:r>
            <a:endParaRPr lang="en-US" sz="2100" dirty="0"/>
          </a:p>
        </p:txBody>
      </p:sp>
      <p:sp>
        <p:nvSpPr>
          <p:cNvPr id="22" name="Shape 19"/>
          <p:cNvSpPr/>
          <p:nvPr/>
        </p:nvSpPr>
        <p:spPr>
          <a:xfrm>
            <a:off x="2103120" y="4956048"/>
            <a:ext cx="566928" cy="0"/>
          </a:xfrm>
          <a:prstGeom prst="line">
            <a:avLst/>
          </a:prstGeom>
          <a:noFill/>
          <a:ln w="25400">
            <a:solidFill>
              <a:srgbClr val="FD8EA1"/>
            </a:solidFill>
            <a:prstDash val="solid"/>
            <a:tailEnd type="triangle"/>
          </a:ln>
        </p:spPr>
      </p:sp>
      <p:sp>
        <p:nvSpPr>
          <p:cNvPr id="23" name="Shape 20"/>
          <p:cNvSpPr/>
          <p:nvPr/>
        </p:nvSpPr>
        <p:spPr>
          <a:xfrm flipV="1">
            <a:off x="4498848" y="4315968"/>
            <a:ext cx="594360" cy="640080"/>
          </a:xfrm>
          <a:prstGeom prst="line">
            <a:avLst/>
          </a:prstGeom>
          <a:noFill/>
          <a:ln w="25400">
            <a:solidFill>
              <a:srgbClr val="FD8EA1"/>
            </a:solidFill>
            <a:prstDash val="solid"/>
            <a:tailEnd type="triangle"/>
          </a:ln>
        </p:spPr>
      </p:sp>
      <p:sp>
        <p:nvSpPr>
          <p:cNvPr id="24" name="Shape 21"/>
          <p:cNvSpPr/>
          <p:nvPr/>
        </p:nvSpPr>
        <p:spPr>
          <a:xfrm>
            <a:off x="4498848" y="4956048"/>
            <a:ext cx="594360" cy="640080"/>
          </a:xfrm>
          <a:prstGeom prst="line">
            <a:avLst/>
          </a:prstGeom>
          <a:noFill/>
          <a:ln w="22860">
            <a:solidFill>
              <a:srgbClr val="B0B0B0"/>
            </a:solidFill>
            <a:prstDash val="dash"/>
            <a:tailEnd type="triangle"/>
          </a:ln>
        </p:spPr>
      </p:sp>
      <p:sp>
        <p:nvSpPr>
          <p:cNvPr id="25" name="Shape 22"/>
          <p:cNvSpPr/>
          <p:nvPr/>
        </p:nvSpPr>
        <p:spPr>
          <a:xfrm>
            <a:off x="6922008" y="4315968"/>
            <a:ext cx="603504" cy="640080"/>
          </a:xfrm>
          <a:prstGeom prst="line">
            <a:avLst/>
          </a:prstGeom>
          <a:noFill/>
          <a:ln w="25400">
            <a:solidFill>
              <a:srgbClr val="FD8EA1"/>
            </a:solidFill>
            <a:prstDash val="solid"/>
            <a:tailEnd type="triangle"/>
          </a:ln>
        </p:spPr>
      </p:sp>
      <p:sp>
        <p:nvSpPr>
          <p:cNvPr id="26" name="Shape 23"/>
          <p:cNvSpPr/>
          <p:nvPr/>
        </p:nvSpPr>
        <p:spPr>
          <a:xfrm flipV="1">
            <a:off x="6922008" y="4956048"/>
            <a:ext cx="603504" cy="640080"/>
          </a:xfrm>
          <a:prstGeom prst="line">
            <a:avLst/>
          </a:prstGeom>
          <a:noFill/>
          <a:ln w="22860">
            <a:solidFill>
              <a:srgbClr val="B0B0B0"/>
            </a:solidFill>
            <a:prstDash val="dash"/>
            <a:tailEnd type="triangle"/>
          </a:ln>
        </p:spPr>
      </p:sp>
      <p:sp>
        <p:nvSpPr>
          <p:cNvPr id="27" name="Shape 24"/>
          <p:cNvSpPr/>
          <p:nvPr/>
        </p:nvSpPr>
        <p:spPr>
          <a:xfrm>
            <a:off x="9198864" y="4956048"/>
            <a:ext cx="603504" cy="0"/>
          </a:xfrm>
          <a:prstGeom prst="line">
            <a:avLst/>
          </a:prstGeom>
          <a:noFill/>
          <a:ln w="25400">
            <a:solidFill>
              <a:srgbClr val="FD8EA1"/>
            </a:solidFill>
            <a:prstDash val="solid"/>
            <a:tailEnd type="triangle"/>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F"/>
        </a:solidFill>
      </p:bgPr>
    </p:bg>
    <p:spTree>
      <p:nvGrpSpPr>
        <p:cNvPr id="1" name=""/>
        <p:cNvGrpSpPr/>
        <p:nvPr/>
      </p:nvGrpSpPr>
      <p:grpSpPr>
        <a:xfrm>
          <a:off x="0" y="0"/>
          <a:ext cx="0" cy="0"/>
          <a:chOff x="0" y="0"/>
          <a:chExt cx="0" cy="0"/>
        </a:xfrm>
      </p:grpSpPr>
      <p:sp>
        <p:nvSpPr>
          <p:cNvPr id="2" name="Text 0"/>
          <p:cNvSpPr/>
          <p:nvPr/>
        </p:nvSpPr>
        <p:spPr>
          <a:xfrm>
            <a:off x="566928" y="429768"/>
            <a:ext cx="11009376" cy="1261872"/>
          </a:xfrm>
          <a:prstGeom prst="rect">
            <a:avLst/>
          </a:prstGeom>
          <a:noFill/>
          <a:ln/>
        </p:spPr>
        <p:txBody>
          <a:bodyPr wrap="square" lIns="0" tIns="0" rIns="0" bIns="0" rtlCol="0" anchor="t"/>
          <a:lstStyle/>
          <a:p>
            <a:pPr indent="0" marL="0">
              <a:buNone/>
            </a:pPr>
            <a:r>
              <a:rPr lang="en-US" sz="4200" b="1" dirty="0">
                <a:solidFill>
                  <a:srgbClr val="242424"/>
                </a:solidFill>
                <a:latin typeface="Aptos Display" pitchFamily="34" charset="0"/>
                <a:ea typeface="Aptos Display" pitchFamily="34" charset="-122"/>
                <a:cs typeface="Aptos Display" pitchFamily="34" charset="-120"/>
              </a:rPr>
              <a:t>2,500 people.</a:t>
            </a:r>
            <a:endParaRPr lang="en-US" sz="4200" dirty="0"/>
          </a:p>
          <a:p>
            <a:pPr indent="0" marL="0">
              <a:buNone/>
            </a:pPr>
            <a:r>
              <a:rPr lang="en-US" sz="4200" b="1" dirty="0">
                <a:solidFill>
                  <a:srgbClr val="242424"/>
                </a:solidFill>
                <a:latin typeface="Aptos Display" pitchFamily="34" charset="0"/>
                <a:ea typeface="Aptos Display" pitchFamily="34" charset="-122"/>
                <a:cs typeface="Aptos Display" pitchFamily="34" charset="-120"/>
              </a:rPr>
              <a:t>One broken launch.</a:t>
            </a:r>
            <a:endParaRPr lang="en-US" sz="4200" dirty="0"/>
          </a:p>
        </p:txBody>
      </p:sp>
      <p:sp>
        <p:nvSpPr>
          <p:cNvPr id="3" name="Text 1"/>
          <p:cNvSpPr/>
          <p:nvPr/>
        </p:nvSpPr>
        <p:spPr>
          <a:xfrm>
            <a:off x="566928" y="6446520"/>
            <a:ext cx="4663440" cy="201168"/>
          </a:xfrm>
          <a:prstGeom prst="rect">
            <a:avLst/>
          </a:prstGeom>
          <a:noFill/>
          <a:ln/>
        </p:spPr>
        <p:txBody>
          <a:bodyPr wrap="square" lIns="0" tIns="0" rIns="0" bIns="0" rtlCol="0" anchor="ctr"/>
          <a:lstStyle/>
          <a:p>
            <a:pPr indent="0" marL="0">
              <a:buNone/>
            </a:pPr>
            <a:r>
              <a:rPr lang="en-US" sz="1100" spc="80" kern="0" dirty="0">
                <a:solidFill>
                  <a:srgbClr val="5C5C5C"/>
                </a:solidFill>
                <a:latin typeface="Aptos" pitchFamily="34" charset="0"/>
                <a:ea typeface="Aptos" pitchFamily="34" charset="-122"/>
                <a:cs typeface="Aptos" pitchFamily="34" charset="-120"/>
              </a:rPr>
              <a:t>LAUNCH RESCUE / GITHUB COPILOT</a:t>
            </a:r>
            <a:endParaRPr lang="en-US" sz="1100" dirty="0"/>
          </a:p>
        </p:txBody>
      </p:sp>
      <p:sp>
        <p:nvSpPr>
          <p:cNvPr id="4" name="Text 2">
            <a:hlinkClick r:id="rId1" tooltip=""/>
          </p:cNvPr>
          <p:cNvSpPr/>
          <p:nvPr/>
        </p:nvSpPr>
        <p:spPr>
          <a:xfrm>
            <a:off x="6437376" y="6446520"/>
            <a:ext cx="4599432" cy="201168"/>
          </a:xfrm>
          <a:prstGeom prst="rect">
            <a:avLst/>
          </a:prstGeom>
          <a:noFill/>
          <a:ln/>
        </p:spPr>
        <p:txBody>
          <a:bodyPr wrap="square" lIns="0" tIns="0" rIns="0" bIns="0" rtlCol="0" anchor="ctr"/>
          <a:lstStyle/>
          <a:p>
            <a:pPr algn="r" indent="0" marL="0">
              <a:buNone/>
            </a:pPr>
            <a:r>
              <a:rPr lang="en-US" sz="1100" u="sng" dirty="0">
                <a:solidFill>
                  <a:srgbClr val="5C5C5C"/>
                </a:solid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S1  |  10 OCT 2026</a:t>
            </a:r>
            <a:endParaRPr lang="en-US" sz="1100" dirty="0"/>
          </a:p>
        </p:txBody>
      </p:sp>
      <p:sp>
        <p:nvSpPr>
          <p:cNvPr id="5" name="Text 3"/>
          <p:cNvSpPr/>
          <p:nvPr/>
        </p:nvSpPr>
        <p:spPr>
          <a:xfrm>
            <a:off x="11137392" y="6419088"/>
            <a:ext cx="457200" cy="256032"/>
          </a:xfrm>
          <a:prstGeom prst="rect">
            <a:avLst/>
          </a:prstGeom>
          <a:noFill/>
          <a:ln/>
        </p:spPr>
        <p:txBody>
          <a:bodyPr wrap="square" lIns="0" tIns="0" rIns="0" bIns="0" rtlCol="0" anchor="ctr"/>
          <a:lstStyle/>
          <a:p>
            <a:pPr algn="r" indent="0" marL="0">
              <a:buNone/>
            </a:pPr>
            <a:r>
              <a:rPr lang="en-US" sz="1300" dirty="0">
                <a:solidFill>
                  <a:srgbClr val="5C5C5C"/>
                </a:solidFill>
                <a:latin typeface="Aptos" pitchFamily="34" charset="0"/>
                <a:ea typeface="Aptos" pitchFamily="34" charset="-122"/>
                <a:cs typeface="Aptos" pitchFamily="34" charset="-120"/>
              </a:rPr>
              <a:t>02</a:t>
            </a:r>
            <a:endParaRPr lang="en-US" sz="1300" dirty="0"/>
          </a:p>
        </p:txBody>
      </p:sp>
      <p:sp>
        <p:nvSpPr>
          <p:cNvPr id="7" name="Text 4"/>
          <p:cNvSpPr/>
          <p:nvPr/>
        </p:nvSpPr>
        <p:spPr>
          <a:xfrm>
            <a:off x="594360" y="1901952"/>
            <a:ext cx="6126480" cy="1737360"/>
          </a:xfrm>
          <a:prstGeom prst="rect">
            <a:avLst/>
          </a:prstGeom>
          <a:noFill/>
          <a:ln/>
        </p:spPr>
        <p:txBody>
          <a:bodyPr wrap="square" lIns="0" tIns="0" rIns="0" bIns="0" rtlCol="0" anchor="ctr"/>
          <a:lstStyle/>
          <a:p>
            <a:pPr indent="0" marL="0">
              <a:buNone/>
            </a:pPr>
            <a:r>
              <a:rPr lang="en-US" sz="11200" b="1" dirty="0">
                <a:solidFill>
                  <a:srgbClr val="B11F4B"/>
                </a:solidFill>
                <a:latin typeface="Aptos Display" pitchFamily="34" charset="0"/>
                <a:ea typeface="Aptos Display" pitchFamily="34" charset="-122"/>
                <a:cs typeface="Aptos Display" pitchFamily="34" charset="-120"/>
              </a:rPr>
              <a:t>2,500</a:t>
            </a:r>
            <a:endParaRPr lang="en-US" sz="11200" dirty="0"/>
          </a:p>
        </p:txBody>
      </p:sp>
      <p:sp>
        <p:nvSpPr>
          <p:cNvPr id="8" name="Text 5"/>
          <p:cNvSpPr/>
          <p:nvPr/>
        </p:nvSpPr>
        <p:spPr>
          <a:xfrm>
            <a:off x="685800" y="3712464"/>
            <a:ext cx="5303520" cy="457200"/>
          </a:xfrm>
          <a:prstGeom prst="rect">
            <a:avLst/>
          </a:prstGeom>
          <a:noFill/>
          <a:ln/>
        </p:spPr>
        <p:txBody>
          <a:bodyPr wrap="square" lIns="0" tIns="0" rIns="0" bIns="0" rtlCol="0" anchor="ctr"/>
          <a:lstStyle/>
          <a:p>
            <a:pPr indent="0" marL="0">
              <a:buNone/>
            </a:pPr>
            <a:r>
              <a:rPr lang="en-US" sz="3000" dirty="0">
                <a:solidFill>
                  <a:srgbClr val="242424"/>
                </a:solidFill>
                <a:latin typeface="Aptos" pitchFamily="34" charset="0"/>
                <a:ea typeface="Aptos" pitchFamily="34" charset="-122"/>
                <a:cs typeface="Aptos" pitchFamily="34" charset="-120"/>
              </a:rPr>
              <a:t>synthetic attendees</a:t>
            </a:r>
            <a:endParaRPr lang="en-US" sz="3000" dirty="0"/>
          </a:p>
        </p:txBody>
      </p:sp>
      <p:sp>
        <p:nvSpPr>
          <p:cNvPr id="9" name="Shape 6"/>
          <p:cNvSpPr/>
          <p:nvPr/>
        </p:nvSpPr>
        <p:spPr>
          <a:xfrm>
            <a:off x="7013448" y="1920240"/>
            <a:ext cx="100584" cy="118872"/>
          </a:xfrm>
          <a:prstGeom prst="roundRect">
            <a:avLst>
              <a:gd name="adj" fmla="val 22727"/>
            </a:avLst>
          </a:prstGeom>
          <a:solidFill>
            <a:srgbClr val="B11F4B"/>
          </a:solidFill>
          <a:ln w="12700">
            <a:solidFill>
              <a:srgbClr val="B11F4B">
                <a:alpha val="0"/>
              </a:srgbClr>
            </a:solidFill>
            <a:prstDash val="solid"/>
          </a:ln>
        </p:spPr>
      </p:sp>
      <p:sp>
        <p:nvSpPr>
          <p:cNvPr id="10" name="Shape 7"/>
          <p:cNvSpPr/>
          <p:nvPr/>
        </p:nvSpPr>
        <p:spPr>
          <a:xfrm>
            <a:off x="7168896" y="1920240"/>
            <a:ext cx="100584" cy="118872"/>
          </a:xfrm>
          <a:prstGeom prst="roundRect">
            <a:avLst>
              <a:gd name="adj" fmla="val 22727"/>
            </a:avLst>
          </a:prstGeom>
          <a:solidFill>
            <a:srgbClr val="DEDEDE"/>
          </a:solidFill>
          <a:ln w="12700">
            <a:solidFill>
              <a:srgbClr val="DEDEDE">
                <a:alpha val="0"/>
              </a:srgbClr>
            </a:solidFill>
            <a:prstDash val="solid"/>
          </a:ln>
        </p:spPr>
      </p:sp>
      <p:sp>
        <p:nvSpPr>
          <p:cNvPr id="11" name="Shape 8"/>
          <p:cNvSpPr/>
          <p:nvPr/>
        </p:nvSpPr>
        <p:spPr>
          <a:xfrm>
            <a:off x="7324344" y="1920240"/>
            <a:ext cx="100584" cy="118872"/>
          </a:xfrm>
          <a:prstGeom prst="roundRect">
            <a:avLst>
              <a:gd name="adj" fmla="val 22727"/>
            </a:avLst>
          </a:prstGeom>
          <a:solidFill>
            <a:srgbClr val="DEDEDE"/>
          </a:solidFill>
          <a:ln w="12700">
            <a:solidFill>
              <a:srgbClr val="DEDEDE">
                <a:alpha val="0"/>
              </a:srgbClr>
            </a:solidFill>
            <a:prstDash val="solid"/>
          </a:ln>
        </p:spPr>
      </p:sp>
      <p:sp>
        <p:nvSpPr>
          <p:cNvPr id="12" name="Shape 9"/>
          <p:cNvSpPr/>
          <p:nvPr/>
        </p:nvSpPr>
        <p:spPr>
          <a:xfrm>
            <a:off x="7479792" y="1920240"/>
            <a:ext cx="100584" cy="118872"/>
          </a:xfrm>
          <a:prstGeom prst="roundRect">
            <a:avLst>
              <a:gd name="adj" fmla="val 22727"/>
            </a:avLst>
          </a:prstGeom>
          <a:solidFill>
            <a:srgbClr val="DEDEDE"/>
          </a:solidFill>
          <a:ln w="12700">
            <a:solidFill>
              <a:srgbClr val="DEDEDE">
                <a:alpha val="0"/>
              </a:srgbClr>
            </a:solidFill>
            <a:prstDash val="solid"/>
          </a:ln>
        </p:spPr>
      </p:sp>
      <p:sp>
        <p:nvSpPr>
          <p:cNvPr id="13" name="Shape 10"/>
          <p:cNvSpPr/>
          <p:nvPr/>
        </p:nvSpPr>
        <p:spPr>
          <a:xfrm>
            <a:off x="7635240" y="1920240"/>
            <a:ext cx="100584" cy="118872"/>
          </a:xfrm>
          <a:prstGeom prst="roundRect">
            <a:avLst>
              <a:gd name="adj" fmla="val 22727"/>
            </a:avLst>
          </a:prstGeom>
          <a:solidFill>
            <a:srgbClr val="DEDEDE"/>
          </a:solidFill>
          <a:ln w="12700">
            <a:solidFill>
              <a:srgbClr val="DEDEDE">
                <a:alpha val="0"/>
              </a:srgbClr>
            </a:solidFill>
            <a:prstDash val="solid"/>
          </a:ln>
        </p:spPr>
      </p:sp>
      <p:sp>
        <p:nvSpPr>
          <p:cNvPr id="14" name="Shape 11"/>
          <p:cNvSpPr/>
          <p:nvPr/>
        </p:nvSpPr>
        <p:spPr>
          <a:xfrm>
            <a:off x="7790688" y="1920240"/>
            <a:ext cx="100584" cy="118872"/>
          </a:xfrm>
          <a:prstGeom prst="roundRect">
            <a:avLst>
              <a:gd name="adj" fmla="val 22727"/>
            </a:avLst>
          </a:prstGeom>
          <a:solidFill>
            <a:srgbClr val="B11F4B"/>
          </a:solidFill>
          <a:ln w="12700">
            <a:solidFill>
              <a:srgbClr val="B11F4B">
                <a:alpha val="0"/>
              </a:srgbClr>
            </a:solidFill>
            <a:prstDash val="solid"/>
          </a:ln>
        </p:spPr>
      </p:sp>
      <p:sp>
        <p:nvSpPr>
          <p:cNvPr id="15" name="Shape 12"/>
          <p:cNvSpPr/>
          <p:nvPr/>
        </p:nvSpPr>
        <p:spPr>
          <a:xfrm>
            <a:off x="7946136" y="1920240"/>
            <a:ext cx="100584" cy="118872"/>
          </a:xfrm>
          <a:prstGeom prst="roundRect">
            <a:avLst>
              <a:gd name="adj" fmla="val 22727"/>
            </a:avLst>
          </a:prstGeom>
          <a:solidFill>
            <a:srgbClr val="DEDEDE"/>
          </a:solidFill>
          <a:ln w="12700">
            <a:solidFill>
              <a:srgbClr val="DEDEDE">
                <a:alpha val="0"/>
              </a:srgbClr>
            </a:solidFill>
            <a:prstDash val="solid"/>
          </a:ln>
        </p:spPr>
      </p:sp>
      <p:sp>
        <p:nvSpPr>
          <p:cNvPr id="16" name="Shape 13"/>
          <p:cNvSpPr/>
          <p:nvPr/>
        </p:nvSpPr>
        <p:spPr>
          <a:xfrm>
            <a:off x="8101584" y="1920240"/>
            <a:ext cx="100584" cy="118872"/>
          </a:xfrm>
          <a:prstGeom prst="roundRect">
            <a:avLst>
              <a:gd name="adj" fmla="val 22727"/>
            </a:avLst>
          </a:prstGeom>
          <a:solidFill>
            <a:srgbClr val="DEDEDE"/>
          </a:solidFill>
          <a:ln w="12700">
            <a:solidFill>
              <a:srgbClr val="DEDEDE">
                <a:alpha val="0"/>
              </a:srgbClr>
            </a:solidFill>
            <a:prstDash val="solid"/>
          </a:ln>
        </p:spPr>
      </p:sp>
      <p:sp>
        <p:nvSpPr>
          <p:cNvPr id="17" name="Shape 14"/>
          <p:cNvSpPr/>
          <p:nvPr/>
        </p:nvSpPr>
        <p:spPr>
          <a:xfrm>
            <a:off x="8257032" y="1920240"/>
            <a:ext cx="100584" cy="118872"/>
          </a:xfrm>
          <a:prstGeom prst="roundRect">
            <a:avLst>
              <a:gd name="adj" fmla="val 22727"/>
            </a:avLst>
          </a:prstGeom>
          <a:solidFill>
            <a:srgbClr val="DEDEDE"/>
          </a:solidFill>
          <a:ln w="12700">
            <a:solidFill>
              <a:srgbClr val="DEDEDE">
                <a:alpha val="0"/>
              </a:srgbClr>
            </a:solidFill>
            <a:prstDash val="solid"/>
          </a:ln>
        </p:spPr>
      </p:sp>
      <p:sp>
        <p:nvSpPr>
          <p:cNvPr id="18" name="Shape 15"/>
          <p:cNvSpPr/>
          <p:nvPr/>
        </p:nvSpPr>
        <p:spPr>
          <a:xfrm>
            <a:off x="8412480" y="1920240"/>
            <a:ext cx="100584" cy="118872"/>
          </a:xfrm>
          <a:prstGeom prst="roundRect">
            <a:avLst>
              <a:gd name="adj" fmla="val 22727"/>
            </a:avLst>
          </a:prstGeom>
          <a:solidFill>
            <a:srgbClr val="DEDEDE"/>
          </a:solidFill>
          <a:ln w="12700">
            <a:solidFill>
              <a:srgbClr val="DEDEDE">
                <a:alpha val="0"/>
              </a:srgbClr>
            </a:solidFill>
            <a:prstDash val="solid"/>
          </a:ln>
        </p:spPr>
      </p:sp>
      <p:sp>
        <p:nvSpPr>
          <p:cNvPr id="19" name="Shape 16"/>
          <p:cNvSpPr/>
          <p:nvPr/>
        </p:nvSpPr>
        <p:spPr>
          <a:xfrm>
            <a:off x="8567928" y="1920240"/>
            <a:ext cx="100584" cy="118872"/>
          </a:xfrm>
          <a:prstGeom prst="roundRect">
            <a:avLst>
              <a:gd name="adj" fmla="val 22727"/>
            </a:avLst>
          </a:prstGeom>
          <a:solidFill>
            <a:srgbClr val="B11F4B"/>
          </a:solidFill>
          <a:ln w="12700">
            <a:solidFill>
              <a:srgbClr val="B11F4B">
                <a:alpha val="0"/>
              </a:srgbClr>
            </a:solidFill>
            <a:prstDash val="solid"/>
          </a:ln>
        </p:spPr>
      </p:sp>
      <p:sp>
        <p:nvSpPr>
          <p:cNvPr id="20" name="Shape 17"/>
          <p:cNvSpPr/>
          <p:nvPr/>
        </p:nvSpPr>
        <p:spPr>
          <a:xfrm>
            <a:off x="8723376" y="1920240"/>
            <a:ext cx="100584" cy="118872"/>
          </a:xfrm>
          <a:prstGeom prst="roundRect">
            <a:avLst>
              <a:gd name="adj" fmla="val 22727"/>
            </a:avLst>
          </a:prstGeom>
          <a:solidFill>
            <a:srgbClr val="DEDEDE"/>
          </a:solidFill>
          <a:ln w="12700">
            <a:solidFill>
              <a:srgbClr val="DEDEDE">
                <a:alpha val="0"/>
              </a:srgbClr>
            </a:solidFill>
            <a:prstDash val="solid"/>
          </a:ln>
        </p:spPr>
      </p:sp>
      <p:sp>
        <p:nvSpPr>
          <p:cNvPr id="21" name="Shape 18"/>
          <p:cNvSpPr/>
          <p:nvPr/>
        </p:nvSpPr>
        <p:spPr>
          <a:xfrm>
            <a:off x="8878824" y="1920240"/>
            <a:ext cx="100584" cy="118872"/>
          </a:xfrm>
          <a:prstGeom prst="roundRect">
            <a:avLst>
              <a:gd name="adj" fmla="val 22727"/>
            </a:avLst>
          </a:prstGeom>
          <a:solidFill>
            <a:srgbClr val="DEDEDE"/>
          </a:solidFill>
          <a:ln w="12700">
            <a:solidFill>
              <a:srgbClr val="DEDEDE">
                <a:alpha val="0"/>
              </a:srgbClr>
            </a:solidFill>
            <a:prstDash val="solid"/>
          </a:ln>
        </p:spPr>
      </p:sp>
      <p:sp>
        <p:nvSpPr>
          <p:cNvPr id="22" name="Shape 19"/>
          <p:cNvSpPr/>
          <p:nvPr/>
        </p:nvSpPr>
        <p:spPr>
          <a:xfrm>
            <a:off x="9034272" y="1920240"/>
            <a:ext cx="100584" cy="118872"/>
          </a:xfrm>
          <a:prstGeom prst="roundRect">
            <a:avLst>
              <a:gd name="adj" fmla="val 22727"/>
            </a:avLst>
          </a:prstGeom>
          <a:solidFill>
            <a:srgbClr val="DEDEDE"/>
          </a:solidFill>
          <a:ln w="12700">
            <a:solidFill>
              <a:srgbClr val="DEDEDE">
                <a:alpha val="0"/>
              </a:srgbClr>
            </a:solidFill>
            <a:prstDash val="solid"/>
          </a:ln>
        </p:spPr>
      </p:sp>
      <p:sp>
        <p:nvSpPr>
          <p:cNvPr id="23" name="Shape 20"/>
          <p:cNvSpPr/>
          <p:nvPr/>
        </p:nvSpPr>
        <p:spPr>
          <a:xfrm>
            <a:off x="9189720" y="1920240"/>
            <a:ext cx="100584" cy="118872"/>
          </a:xfrm>
          <a:prstGeom prst="roundRect">
            <a:avLst>
              <a:gd name="adj" fmla="val 22727"/>
            </a:avLst>
          </a:prstGeom>
          <a:solidFill>
            <a:srgbClr val="DEDEDE"/>
          </a:solidFill>
          <a:ln w="12700">
            <a:solidFill>
              <a:srgbClr val="DEDEDE">
                <a:alpha val="0"/>
              </a:srgbClr>
            </a:solidFill>
            <a:prstDash val="solid"/>
          </a:ln>
        </p:spPr>
      </p:sp>
      <p:sp>
        <p:nvSpPr>
          <p:cNvPr id="24" name="Shape 21"/>
          <p:cNvSpPr/>
          <p:nvPr/>
        </p:nvSpPr>
        <p:spPr>
          <a:xfrm>
            <a:off x="9345168" y="1920240"/>
            <a:ext cx="100584" cy="118872"/>
          </a:xfrm>
          <a:prstGeom prst="roundRect">
            <a:avLst>
              <a:gd name="adj" fmla="val 22727"/>
            </a:avLst>
          </a:prstGeom>
          <a:solidFill>
            <a:srgbClr val="B11F4B"/>
          </a:solidFill>
          <a:ln w="12700">
            <a:solidFill>
              <a:srgbClr val="B11F4B">
                <a:alpha val="0"/>
              </a:srgbClr>
            </a:solidFill>
            <a:prstDash val="solid"/>
          </a:ln>
        </p:spPr>
      </p:sp>
      <p:sp>
        <p:nvSpPr>
          <p:cNvPr id="25" name="Shape 22"/>
          <p:cNvSpPr/>
          <p:nvPr/>
        </p:nvSpPr>
        <p:spPr>
          <a:xfrm>
            <a:off x="9500616" y="1920240"/>
            <a:ext cx="100584" cy="118872"/>
          </a:xfrm>
          <a:prstGeom prst="roundRect">
            <a:avLst>
              <a:gd name="adj" fmla="val 22727"/>
            </a:avLst>
          </a:prstGeom>
          <a:solidFill>
            <a:srgbClr val="DEDEDE"/>
          </a:solidFill>
          <a:ln w="12700">
            <a:solidFill>
              <a:srgbClr val="DEDEDE">
                <a:alpha val="0"/>
              </a:srgbClr>
            </a:solidFill>
            <a:prstDash val="solid"/>
          </a:ln>
        </p:spPr>
      </p:sp>
      <p:sp>
        <p:nvSpPr>
          <p:cNvPr id="26" name="Shape 23"/>
          <p:cNvSpPr/>
          <p:nvPr/>
        </p:nvSpPr>
        <p:spPr>
          <a:xfrm>
            <a:off x="9656064" y="1920240"/>
            <a:ext cx="100584" cy="118872"/>
          </a:xfrm>
          <a:prstGeom prst="roundRect">
            <a:avLst>
              <a:gd name="adj" fmla="val 22727"/>
            </a:avLst>
          </a:prstGeom>
          <a:solidFill>
            <a:srgbClr val="DEDEDE"/>
          </a:solidFill>
          <a:ln w="12700">
            <a:solidFill>
              <a:srgbClr val="DEDEDE">
                <a:alpha val="0"/>
              </a:srgbClr>
            </a:solidFill>
            <a:prstDash val="solid"/>
          </a:ln>
        </p:spPr>
      </p:sp>
      <p:sp>
        <p:nvSpPr>
          <p:cNvPr id="27" name="Shape 24"/>
          <p:cNvSpPr/>
          <p:nvPr/>
        </p:nvSpPr>
        <p:spPr>
          <a:xfrm>
            <a:off x="9811512" y="1920240"/>
            <a:ext cx="100584" cy="118872"/>
          </a:xfrm>
          <a:prstGeom prst="roundRect">
            <a:avLst>
              <a:gd name="adj" fmla="val 22727"/>
            </a:avLst>
          </a:prstGeom>
          <a:solidFill>
            <a:srgbClr val="DEDEDE"/>
          </a:solidFill>
          <a:ln w="12700">
            <a:solidFill>
              <a:srgbClr val="DEDEDE">
                <a:alpha val="0"/>
              </a:srgbClr>
            </a:solidFill>
            <a:prstDash val="solid"/>
          </a:ln>
        </p:spPr>
      </p:sp>
      <p:sp>
        <p:nvSpPr>
          <p:cNvPr id="28" name="Shape 25"/>
          <p:cNvSpPr/>
          <p:nvPr/>
        </p:nvSpPr>
        <p:spPr>
          <a:xfrm>
            <a:off x="9966960" y="1920240"/>
            <a:ext cx="100584" cy="118872"/>
          </a:xfrm>
          <a:prstGeom prst="roundRect">
            <a:avLst>
              <a:gd name="adj" fmla="val 22727"/>
            </a:avLst>
          </a:prstGeom>
          <a:solidFill>
            <a:srgbClr val="DEDEDE"/>
          </a:solidFill>
          <a:ln w="12700">
            <a:solidFill>
              <a:srgbClr val="DEDEDE">
                <a:alpha val="0"/>
              </a:srgbClr>
            </a:solidFill>
            <a:prstDash val="solid"/>
          </a:ln>
        </p:spPr>
      </p:sp>
      <p:sp>
        <p:nvSpPr>
          <p:cNvPr id="29" name="Shape 26"/>
          <p:cNvSpPr/>
          <p:nvPr/>
        </p:nvSpPr>
        <p:spPr>
          <a:xfrm>
            <a:off x="10122408" y="1920240"/>
            <a:ext cx="100584" cy="118872"/>
          </a:xfrm>
          <a:prstGeom prst="roundRect">
            <a:avLst>
              <a:gd name="adj" fmla="val 22727"/>
            </a:avLst>
          </a:prstGeom>
          <a:solidFill>
            <a:srgbClr val="B11F4B"/>
          </a:solidFill>
          <a:ln w="12700">
            <a:solidFill>
              <a:srgbClr val="B11F4B">
                <a:alpha val="0"/>
              </a:srgbClr>
            </a:solidFill>
            <a:prstDash val="solid"/>
          </a:ln>
        </p:spPr>
      </p:sp>
      <p:sp>
        <p:nvSpPr>
          <p:cNvPr id="30" name="Shape 27"/>
          <p:cNvSpPr/>
          <p:nvPr/>
        </p:nvSpPr>
        <p:spPr>
          <a:xfrm>
            <a:off x="10277856" y="1920240"/>
            <a:ext cx="100584" cy="118872"/>
          </a:xfrm>
          <a:prstGeom prst="roundRect">
            <a:avLst>
              <a:gd name="adj" fmla="val 22727"/>
            </a:avLst>
          </a:prstGeom>
          <a:solidFill>
            <a:srgbClr val="DEDEDE"/>
          </a:solidFill>
          <a:ln w="12700">
            <a:solidFill>
              <a:srgbClr val="DEDEDE">
                <a:alpha val="0"/>
              </a:srgbClr>
            </a:solidFill>
            <a:prstDash val="solid"/>
          </a:ln>
        </p:spPr>
      </p:sp>
      <p:sp>
        <p:nvSpPr>
          <p:cNvPr id="31" name="Shape 28"/>
          <p:cNvSpPr/>
          <p:nvPr/>
        </p:nvSpPr>
        <p:spPr>
          <a:xfrm>
            <a:off x="10433304" y="1920240"/>
            <a:ext cx="100584" cy="118872"/>
          </a:xfrm>
          <a:prstGeom prst="roundRect">
            <a:avLst>
              <a:gd name="adj" fmla="val 22727"/>
            </a:avLst>
          </a:prstGeom>
          <a:solidFill>
            <a:srgbClr val="DEDEDE"/>
          </a:solidFill>
          <a:ln w="12700">
            <a:solidFill>
              <a:srgbClr val="DEDEDE">
                <a:alpha val="0"/>
              </a:srgbClr>
            </a:solidFill>
            <a:prstDash val="solid"/>
          </a:ln>
        </p:spPr>
      </p:sp>
      <p:sp>
        <p:nvSpPr>
          <p:cNvPr id="32" name="Shape 29"/>
          <p:cNvSpPr/>
          <p:nvPr/>
        </p:nvSpPr>
        <p:spPr>
          <a:xfrm>
            <a:off x="10588752" y="1920240"/>
            <a:ext cx="100584" cy="118872"/>
          </a:xfrm>
          <a:prstGeom prst="roundRect">
            <a:avLst>
              <a:gd name="adj" fmla="val 22727"/>
            </a:avLst>
          </a:prstGeom>
          <a:solidFill>
            <a:srgbClr val="DEDEDE"/>
          </a:solidFill>
          <a:ln w="12700">
            <a:solidFill>
              <a:srgbClr val="DEDEDE">
                <a:alpha val="0"/>
              </a:srgbClr>
            </a:solidFill>
            <a:prstDash val="solid"/>
          </a:ln>
        </p:spPr>
      </p:sp>
      <p:sp>
        <p:nvSpPr>
          <p:cNvPr id="33" name="Shape 30"/>
          <p:cNvSpPr/>
          <p:nvPr/>
        </p:nvSpPr>
        <p:spPr>
          <a:xfrm>
            <a:off x="10744200" y="1920240"/>
            <a:ext cx="100584" cy="118872"/>
          </a:xfrm>
          <a:prstGeom prst="roundRect">
            <a:avLst>
              <a:gd name="adj" fmla="val 22727"/>
            </a:avLst>
          </a:prstGeom>
          <a:solidFill>
            <a:srgbClr val="DEDEDE"/>
          </a:solidFill>
          <a:ln w="12700">
            <a:solidFill>
              <a:srgbClr val="DEDEDE">
                <a:alpha val="0"/>
              </a:srgbClr>
            </a:solidFill>
            <a:prstDash val="solid"/>
          </a:ln>
        </p:spPr>
      </p:sp>
      <p:sp>
        <p:nvSpPr>
          <p:cNvPr id="34" name="Shape 31"/>
          <p:cNvSpPr/>
          <p:nvPr/>
        </p:nvSpPr>
        <p:spPr>
          <a:xfrm>
            <a:off x="7013448" y="2107692"/>
            <a:ext cx="100584" cy="118872"/>
          </a:xfrm>
          <a:prstGeom prst="roundRect">
            <a:avLst>
              <a:gd name="adj" fmla="val 22727"/>
            </a:avLst>
          </a:prstGeom>
          <a:solidFill>
            <a:srgbClr val="B11F4B"/>
          </a:solidFill>
          <a:ln w="12700">
            <a:solidFill>
              <a:srgbClr val="B11F4B">
                <a:alpha val="0"/>
              </a:srgbClr>
            </a:solidFill>
            <a:prstDash val="solid"/>
          </a:ln>
        </p:spPr>
      </p:sp>
      <p:sp>
        <p:nvSpPr>
          <p:cNvPr id="35" name="Shape 32"/>
          <p:cNvSpPr/>
          <p:nvPr/>
        </p:nvSpPr>
        <p:spPr>
          <a:xfrm>
            <a:off x="7168896" y="2107692"/>
            <a:ext cx="100584" cy="118872"/>
          </a:xfrm>
          <a:prstGeom prst="roundRect">
            <a:avLst>
              <a:gd name="adj" fmla="val 22727"/>
            </a:avLst>
          </a:prstGeom>
          <a:solidFill>
            <a:srgbClr val="DEDEDE"/>
          </a:solidFill>
          <a:ln w="12700">
            <a:solidFill>
              <a:srgbClr val="DEDEDE">
                <a:alpha val="0"/>
              </a:srgbClr>
            </a:solidFill>
            <a:prstDash val="solid"/>
          </a:ln>
        </p:spPr>
      </p:sp>
      <p:sp>
        <p:nvSpPr>
          <p:cNvPr id="36" name="Shape 33"/>
          <p:cNvSpPr/>
          <p:nvPr/>
        </p:nvSpPr>
        <p:spPr>
          <a:xfrm>
            <a:off x="7324344" y="2107692"/>
            <a:ext cx="100584" cy="118872"/>
          </a:xfrm>
          <a:prstGeom prst="roundRect">
            <a:avLst>
              <a:gd name="adj" fmla="val 22727"/>
            </a:avLst>
          </a:prstGeom>
          <a:solidFill>
            <a:srgbClr val="DEDEDE"/>
          </a:solidFill>
          <a:ln w="12700">
            <a:solidFill>
              <a:srgbClr val="DEDEDE">
                <a:alpha val="0"/>
              </a:srgbClr>
            </a:solidFill>
            <a:prstDash val="solid"/>
          </a:ln>
        </p:spPr>
      </p:sp>
      <p:sp>
        <p:nvSpPr>
          <p:cNvPr id="37" name="Shape 34"/>
          <p:cNvSpPr/>
          <p:nvPr/>
        </p:nvSpPr>
        <p:spPr>
          <a:xfrm>
            <a:off x="7479792" y="2107692"/>
            <a:ext cx="100584" cy="118872"/>
          </a:xfrm>
          <a:prstGeom prst="roundRect">
            <a:avLst>
              <a:gd name="adj" fmla="val 22727"/>
            </a:avLst>
          </a:prstGeom>
          <a:solidFill>
            <a:srgbClr val="DEDEDE"/>
          </a:solidFill>
          <a:ln w="12700">
            <a:solidFill>
              <a:srgbClr val="DEDEDE">
                <a:alpha val="0"/>
              </a:srgbClr>
            </a:solidFill>
            <a:prstDash val="solid"/>
          </a:ln>
        </p:spPr>
      </p:sp>
      <p:sp>
        <p:nvSpPr>
          <p:cNvPr id="38" name="Shape 35"/>
          <p:cNvSpPr/>
          <p:nvPr/>
        </p:nvSpPr>
        <p:spPr>
          <a:xfrm>
            <a:off x="7635240" y="2107692"/>
            <a:ext cx="100584" cy="118872"/>
          </a:xfrm>
          <a:prstGeom prst="roundRect">
            <a:avLst>
              <a:gd name="adj" fmla="val 22727"/>
            </a:avLst>
          </a:prstGeom>
          <a:solidFill>
            <a:srgbClr val="DEDEDE"/>
          </a:solidFill>
          <a:ln w="12700">
            <a:solidFill>
              <a:srgbClr val="DEDEDE">
                <a:alpha val="0"/>
              </a:srgbClr>
            </a:solidFill>
            <a:prstDash val="solid"/>
          </a:ln>
        </p:spPr>
      </p:sp>
      <p:sp>
        <p:nvSpPr>
          <p:cNvPr id="39" name="Shape 36"/>
          <p:cNvSpPr/>
          <p:nvPr/>
        </p:nvSpPr>
        <p:spPr>
          <a:xfrm>
            <a:off x="7790688" y="2107692"/>
            <a:ext cx="100584" cy="118872"/>
          </a:xfrm>
          <a:prstGeom prst="roundRect">
            <a:avLst>
              <a:gd name="adj" fmla="val 22727"/>
            </a:avLst>
          </a:prstGeom>
          <a:solidFill>
            <a:srgbClr val="B11F4B"/>
          </a:solidFill>
          <a:ln w="12700">
            <a:solidFill>
              <a:srgbClr val="B11F4B">
                <a:alpha val="0"/>
              </a:srgbClr>
            </a:solidFill>
            <a:prstDash val="solid"/>
          </a:ln>
        </p:spPr>
      </p:sp>
      <p:sp>
        <p:nvSpPr>
          <p:cNvPr id="40" name="Shape 37"/>
          <p:cNvSpPr/>
          <p:nvPr/>
        </p:nvSpPr>
        <p:spPr>
          <a:xfrm>
            <a:off x="7946136" y="2107692"/>
            <a:ext cx="100584" cy="118872"/>
          </a:xfrm>
          <a:prstGeom prst="roundRect">
            <a:avLst>
              <a:gd name="adj" fmla="val 22727"/>
            </a:avLst>
          </a:prstGeom>
          <a:solidFill>
            <a:srgbClr val="DEDEDE"/>
          </a:solidFill>
          <a:ln w="12700">
            <a:solidFill>
              <a:srgbClr val="DEDEDE">
                <a:alpha val="0"/>
              </a:srgbClr>
            </a:solidFill>
            <a:prstDash val="solid"/>
          </a:ln>
        </p:spPr>
      </p:sp>
      <p:sp>
        <p:nvSpPr>
          <p:cNvPr id="41" name="Shape 38"/>
          <p:cNvSpPr/>
          <p:nvPr/>
        </p:nvSpPr>
        <p:spPr>
          <a:xfrm>
            <a:off x="8101584" y="2107692"/>
            <a:ext cx="100584" cy="118872"/>
          </a:xfrm>
          <a:prstGeom prst="roundRect">
            <a:avLst>
              <a:gd name="adj" fmla="val 22727"/>
            </a:avLst>
          </a:prstGeom>
          <a:solidFill>
            <a:srgbClr val="DEDEDE"/>
          </a:solidFill>
          <a:ln w="12700">
            <a:solidFill>
              <a:srgbClr val="DEDEDE">
                <a:alpha val="0"/>
              </a:srgbClr>
            </a:solidFill>
            <a:prstDash val="solid"/>
          </a:ln>
        </p:spPr>
      </p:sp>
      <p:sp>
        <p:nvSpPr>
          <p:cNvPr id="42" name="Shape 39"/>
          <p:cNvSpPr/>
          <p:nvPr/>
        </p:nvSpPr>
        <p:spPr>
          <a:xfrm>
            <a:off x="8257032" y="2107692"/>
            <a:ext cx="100584" cy="118872"/>
          </a:xfrm>
          <a:prstGeom prst="roundRect">
            <a:avLst>
              <a:gd name="adj" fmla="val 22727"/>
            </a:avLst>
          </a:prstGeom>
          <a:solidFill>
            <a:srgbClr val="DEDEDE"/>
          </a:solidFill>
          <a:ln w="12700">
            <a:solidFill>
              <a:srgbClr val="DEDEDE">
                <a:alpha val="0"/>
              </a:srgbClr>
            </a:solidFill>
            <a:prstDash val="solid"/>
          </a:ln>
        </p:spPr>
      </p:sp>
      <p:sp>
        <p:nvSpPr>
          <p:cNvPr id="43" name="Shape 40"/>
          <p:cNvSpPr/>
          <p:nvPr/>
        </p:nvSpPr>
        <p:spPr>
          <a:xfrm>
            <a:off x="8412480" y="2107692"/>
            <a:ext cx="100584" cy="118872"/>
          </a:xfrm>
          <a:prstGeom prst="roundRect">
            <a:avLst>
              <a:gd name="adj" fmla="val 22727"/>
            </a:avLst>
          </a:prstGeom>
          <a:solidFill>
            <a:srgbClr val="DEDEDE"/>
          </a:solidFill>
          <a:ln w="12700">
            <a:solidFill>
              <a:srgbClr val="DEDEDE">
                <a:alpha val="0"/>
              </a:srgbClr>
            </a:solidFill>
            <a:prstDash val="solid"/>
          </a:ln>
        </p:spPr>
      </p:sp>
      <p:sp>
        <p:nvSpPr>
          <p:cNvPr id="44" name="Shape 41"/>
          <p:cNvSpPr/>
          <p:nvPr/>
        </p:nvSpPr>
        <p:spPr>
          <a:xfrm>
            <a:off x="8567928" y="2107692"/>
            <a:ext cx="100584" cy="118872"/>
          </a:xfrm>
          <a:prstGeom prst="roundRect">
            <a:avLst>
              <a:gd name="adj" fmla="val 22727"/>
            </a:avLst>
          </a:prstGeom>
          <a:solidFill>
            <a:srgbClr val="B11F4B"/>
          </a:solidFill>
          <a:ln w="12700">
            <a:solidFill>
              <a:srgbClr val="B11F4B">
                <a:alpha val="0"/>
              </a:srgbClr>
            </a:solidFill>
            <a:prstDash val="solid"/>
          </a:ln>
        </p:spPr>
      </p:sp>
      <p:sp>
        <p:nvSpPr>
          <p:cNvPr id="45" name="Shape 42"/>
          <p:cNvSpPr/>
          <p:nvPr/>
        </p:nvSpPr>
        <p:spPr>
          <a:xfrm>
            <a:off x="8723376" y="2107692"/>
            <a:ext cx="100584" cy="118872"/>
          </a:xfrm>
          <a:prstGeom prst="roundRect">
            <a:avLst>
              <a:gd name="adj" fmla="val 22727"/>
            </a:avLst>
          </a:prstGeom>
          <a:solidFill>
            <a:srgbClr val="DEDEDE"/>
          </a:solidFill>
          <a:ln w="12700">
            <a:solidFill>
              <a:srgbClr val="DEDEDE">
                <a:alpha val="0"/>
              </a:srgbClr>
            </a:solidFill>
            <a:prstDash val="solid"/>
          </a:ln>
        </p:spPr>
      </p:sp>
      <p:sp>
        <p:nvSpPr>
          <p:cNvPr id="46" name="Shape 43"/>
          <p:cNvSpPr/>
          <p:nvPr/>
        </p:nvSpPr>
        <p:spPr>
          <a:xfrm>
            <a:off x="8878824" y="2107692"/>
            <a:ext cx="100584" cy="118872"/>
          </a:xfrm>
          <a:prstGeom prst="roundRect">
            <a:avLst>
              <a:gd name="adj" fmla="val 22727"/>
            </a:avLst>
          </a:prstGeom>
          <a:solidFill>
            <a:srgbClr val="DEDEDE"/>
          </a:solidFill>
          <a:ln w="12700">
            <a:solidFill>
              <a:srgbClr val="DEDEDE">
                <a:alpha val="0"/>
              </a:srgbClr>
            </a:solidFill>
            <a:prstDash val="solid"/>
          </a:ln>
        </p:spPr>
      </p:sp>
      <p:sp>
        <p:nvSpPr>
          <p:cNvPr id="47" name="Shape 44"/>
          <p:cNvSpPr/>
          <p:nvPr/>
        </p:nvSpPr>
        <p:spPr>
          <a:xfrm>
            <a:off x="9034272" y="2107692"/>
            <a:ext cx="100584" cy="118872"/>
          </a:xfrm>
          <a:prstGeom prst="roundRect">
            <a:avLst>
              <a:gd name="adj" fmla="val 22727"/>
            </a:avLst>
          </a:prstGeom>
          <a:solidFill>
            <a:srgbClr val="DEDEDE"/>
          </a:solidFill>
          <a:ln w="12700">
            <a:solidFill>
              <a:srgbClr val="DEDEDE">
                <a:alpha val="0"/>
              </a:srgbClr>
            </a:solidFill>
            <a:prstDash val="solid"/>
          </a:ln>
        </p:spPr>
      </p:sp>
      <p:sp>
        <p:nvSpPr>
          <p:cNvPr id="48" name="Shape 45"/>
          <p:cNvSpPr/>
          <p:nvPr/>
        </p:nvSpPr>
        <p:spPr>
          <a:xfrm>
            <a:off x="9189720" y="2107692"/>
            <a:ext cx="100584" cy="118872"/>
          </a:xfrm>
          <a:prstGeom prst="roundRect">
            <a:avLst>
              <a:gd name="adj" fmla="val 22727"/>
            </a:avLst>
          </a:prstGeom>
          <a:solidFill>
            <a:srgbClr val="DEDEDE"/>
          </a:solidFill>
          <a:ln w="12700">
            <a:solidFill>
              <a:srgbClr val="DEDEDE">
                <a:alpha val="0"/>
              </a:srgbClr>
            </a:solidFill>
            <a:prstDash val="solid"/>
          </a:ln>
        </p:spPr>
      </p:sp>
      <p:sp>
        <p:nvSpPr>
          <p:cNvPr id="49" name="Shape 46"/>
          <p:cNvSpPr/>
          <p:nvPr/>
        </p:nvSpPr>
        <p:spPr>
          <a:xfrm>
            <a:off x="9345168" y="2107692"/>
            <a:ext cx="100584" cy="118872"/>
          </a:xfrm>
          <a:prstGeom prst="roundRect">
            <a:avLst>
              <a:gd name="adj" fmla="val 22727"/>
            </a:avLst>
          </a:prstGeom>
          <a:solidFill>
            <a:srgbClr val="B11F4B"/>
          </a:solidFill>
          <a:ln w="12700">
            <a:solidFill>
              <a:srgbClr val="B11F4B">
                <a:alpha val="0"/>
              </a:srgbClr>
            </a:solidFill>
            <a:prstDash val="solid"/>
          </a:ln>
        </p:spPr>
      </p:sp>
      <p:sp>
        <p:nvSpPr>
          <p:cNvPr id="50" name="Shape 47"/>
          <p:cNvSpPr/>
          <p:nvPr/>
        </p:nvSpPr>
        <p:spPr>
          <a:xfrm>
            <a:off x="9500616" y="2107692"/>
            <a:ext cx="100584" cy="118872"/>
          </a:xfrm>
          <a:prstGeom prst="roundRect">
            <a:avLst>
              <a:gd name="adj" fmla="val 22727"/>
            </a:avLst>
          </a:prstGeom>
          <a:solidFill>
            <a:srgbClr val="DEDEDE"/>
          </a:solidFill>
          <a:ln w="12700">
            <a:solidFill>
              <a:srgbClr val="DEDEDE">
                <a:alpha val="0"/>
              </a:srgbClr>
            </a:solidFill>
            <a:prstDash val="solid"/>
          </a:ln>
        </p:spPr>
      </p:sp>
      <p:sp>
        <p:nvSpPr>
          <p:cNvPr id="51" name="Shape 48"/>
          <p:cNvSpPr/>
          <p:nvPr/>
        </p:nvSpPr>
        <p:spPr>
          <a:xfrm>
            <a:off x="9656064" y="2107692"/>
            <a:ext cx="100584" cy="118872"/>
          </a:xfrm>
          <a:prstGeom prst="roundRect">
            <a:avLst>
              <a:gd name="adj" fmla="val 22727"/>
            </a:avLst>
          </a:prstGeom>
          <a:solidFill>
            <a:srgbClr val="DEDEDE"/>
          </a:solidFill>
          <a:ln w="12700">
            <a:solidFill>
              <a:srgbClr val="DEDEDE">
                <a:alpha val="0"/>
              </a:srgbClr>
            </a:solidFill>
            <a:prstDash val="solid"/>
          </a:ln>
        </p:spPr>
      </p:sp>
      <p:sp>
        <p:nvSpPr>
          <p:cNvPr id="52" name="Shape 49"/>
          <p:cNvSpPr/>
          <p:nvPr/>
        </p:nvSpPr>
        <p:spPr>
          <a:xfrm>
            <a:off x="9811512" y="2107692"/>
            <a:ext cx="100584" cy="118872"/>
          </a:xfrm>
          <a:prstGeom prst="roundRect">
            <a:avLst>
              <a:gd name="adj" fmla="val 22727"/>
            </a:avLst>
          </a:prstGeom>
          <a:solidFill>
            <a:srgbClr val="DEDEDE"/>
          </a:solidFill>
          <a:ln w="12700">
            <a:solidFill>
              <a:srgbClr val="DEDEDE">
                <a:alpha val="0"/>
              </a:srgbClr>
            </a:solidFill>
            <a:prstDash val="solid"/>
          </a:ln>
        </p:spPr>
      </p:sp>
      <p:sp>
        <p:nvSpPr>
          <p:cNvPr id="53" name="Shape 50"/>
          <p:cNvSpPr/>
          <p:nvPr/>
        </p:nvSpPr>
        <p:spPr>
          <a:xfrm>
            <a:off x="9966960" y="2107692"/>
            <a:ext cx="100584" cy="118872"/>
          </a:xfrm>
          <a:prstGeom prst="roundRect">
            <a:avLst>
              <a:gd name="adj" fmla="val 22727"/>
            </a:avLst>
          </a:prstGeom>
          <a:solidFill>
            <a:srgbClr val="DEDEDE"/>
          </a:solidFill>
          <a:ln w="12700">
            <a:solidFill>
              <a:srgbClr val="DEDEDE">
                <a:alpha val="0"/>
              </a:srgbClr>
            </a:solidFill>
            <a:prstDash val="solid"/>
          </a:ln>
        </p:spPr>
      </p:sp>
      <p:sp>
        <p:nvSpPr>
          <p:cNvPr id="54" name="Shape 51"/>
          <p:cNvSpPr/>
          <p:nvPr/>
        </p:nvSpPr>
        <p:spPr>
          <a:xfrm>
            <a:off x="10122408" y="2107692"/>
            <a:ext cx="100584" cy="118872"/>
          </a:xfrm>
          <a:prstGeom prst="roundRect">
            <a:avLst>
              <a:gd name="adj" fmla="val 22727"/>
            </a:avLst>
          </a:prstGeom>
          <a:solidFill>
            <a:srgbClr val="B11F4B"/>
          </a:solidFill>
          <a:ln w="12700">
            <a:solidFill>
              <a:srgbClr val="B11F4B">
                <a:alpha val="0"/>
              </a:srgbClr>
            </a:solidFill>
            <a:prstDash val="solid"/>
          </a:ln>
        </p:spPr>
      </p:sp>
      <p:sp>
        <p:nvSpPr>
          <p:cNvPr id="55" name="Shape 52"/>
          <p:cNvSpPr/>
          <p:nvPr/>
        </p:nvSpPr>
        <p:spPr>
          <a:xfrm>
            <a:off x="10277856" y="2107692"/>
            <a:ext cx="100584" cy="118872"/>
          </a:xfrm>
          <a:prstGeom prst="roundRect">
            <a:avLst>
              <a:gd name="adj" fmla="val 22727"/>
            </a:avLst>
          </a:prstGeom>
          <a:solidFill>
            <a:srgbClr val="DEDEDE"/>
          </a:solidFill>
          <a:ln w="12700">
            <a:solidFill>
              <a:srgbClr val="DEDEDE">
                <a:alpha val="0"/>
              </a:srgbClr>
            </a:solidFill>
            <a:prstDash val="solid"/>
          </a:ln>
        </p:spPr>
      </p:sp>
      <p:sp>
        <p:nvSpPr>
          <p:cNvPr id="56" name="Shape 53"/>
          <p:cNvSpPr/>
          <p:nvPr/>
        </p:nvSpPr>
        <p:spPr>
          <a:xfrm>
            <a:off x="10433304" y="2107692"/>
            <a:ext cx="100584" cy="118872"/>
          </a:xfrm>
          <a:prstGeom prst="roundRect">
            <a:avLst>
              <a:gd name="adj" fmla="val 22727"/>
            </a:avLst>
          </a:prstGeom>
          <a:solidFill>
            <a:srgbClr val="DEDEDE"/>
          </a:solidFill>
          <a:ln w="12700">
            <a:solidFill>
              <a:srgbClr val="DEDEDE">
                <a:alpha val="0"/>
              </a:srgbClr>
            </a:solidFill>
            <a:prstDash val="solid"/>
          </a:ln>
        </p:spPr>
      </p:sp>
      <p:sp>
        <p:nvSpPr>
          <p:cNvPr id="57" name="Shape 54"/>
          <p:cNvSpPr/>
          <p:nvPr/>
        </p:nvSpPr>
        <p:spPr>
          <a:xfrm>
            <a:off x="10588752" y="2107692"/>
            <a:ext cx="100584" cy="118872"/>
          </a:xfrm>
          <a:prstGeom prst="roundRect">
            <a:avLst>
              <a:gd name="adj" fmla="val 22727"/>
            </a:avLst>
          </a:prstGeom>
          <a:solidFill>
            <a:srgbClr val="DEDEDE"/>
          </a:solidFill>
          <a:ln w="12700">
            <a:solidFill>
              <a:srgbClr val="DEDEDE">
                <a:alpha val="0"/>
              </a:srgbClr>
            </a:solidFill>
            <a:prstDash val="solid"/>
          </a:ln>
        </p:spPr>
      </p:sp>
      <p:sp>
        <p:nvSpPr>
          <p:cNvPr id="58" name="Shape 55"/>
          <p:cNvSpPr/>
          <p:nvPr/>
        </p:nvSpPr>
        <p:spPr>
          <a:xfrm>
            <a:off x="10744200" y="2107692"/>
            <a:ext cx="100584" cy="118872"/>
          </a:xfrm>
          <a:prstGeom prst="roundRect">
            <a:avLst>
              <a:gd name="adj" fmla="val 22727"/>
            </a:avLst>
          </a:prstGeom>
          <a:solidFill>
            <a:srgbClr val="DEDEDE"/>
          </a:solidFill>
          <a:ln w="12700">
            <a:solidFill>
              <a:srgbClr val="DEDEDE">
                <a:alpha val="0"/>
              </a:srgbClr>
            </a:solidFill>
            <a:prstDash val="solid"/>
          </a:ln>
        </p:spPr>
      </p:sp>
      <p:sp>
        <p:nvSpPr>
          <p:cNvPr id="59" name="Shape 56"/>
          <p:cNvSpPr/>
          <p:nvPr/>
        </p:nvSpPr>
        <p:spPr>
          <a:xfrm>
            <a:off x="7013448" y="2295144"/>
            <a:ext cx="100584" cy="118872"/>
          </a:xfrm>
          <a:prstGeom prst="roundRect">
            <a:avLst>
              <a:gd name="adj" fmla="val 22727"/>
            </a:avLst>
          </a:prstGeom>
          <a:solidFill>
            <a:srgbClr val="B11F4B"/>
          </a:solidFill>
          <a:ln w="12700">
            <a:solidFill>
              <a:srgbClr val="B11F4B">
                <a:alpha val="0"/>
              </a:srgbClr>
            </a:solidFill>
            <a:prstDash val="solid"/>
          </a:ln>
        </p:spPr>
      </p:sp>
      <p:sp>
        <p:nvSpPr>
          <p:cNvPr id="60" name="Shape 57"/>
          <p:cNvSpPr/>
          <p:nvPr/>
        </p:nvSpPr>
        <p:spPr>
          <a:xfrm>
            <a:off x="7168896" y="2295144"/>
            <a:ext cx="100584" cy="118872"/>
          </a:xfrm>
          <a:prstGeom prst="roundRect">
            <a:avLst>
              <a:gd name="adj" fmla="val 22727"/>
            </a:avLst>
          </a:prstGeom>
          <a:solidFill>
            <a:srgbClr val="DEDEDE"/>
          </a:solidFill>
          <a:ln w="12700">
            <a:solidFill>
              <a:srgbClr val="DEDEDE">
                <a:alpha val="0"/>
              </a:srgbClr>
            </a:solidFill>
            <a:prstDash val="solid"/>
          </a:ln>
        </p:spPr>
      </p:sp>
      <p:sp>
        <p:nvSpPr>
          <p:cNvPr id="61" name="Shape 58"/>
          <p:cNvSpPr/>
          <p:nvPr/>
        </p:nvSpPr>
        <p:spPr>
          <a:xfrm>
            <a:off x="7324344" y="2295144"/>
            <a:ext cx="100584" cy="118872"/>
          </a:xfrm>
          <a:prstGeom prst="roundRect">
            <a:avLst>
              <a:gd name="adj" fmla="val 22727"/>
            </a:avLst>
          </a:prstGeom>
          <a:solidFill>
            <a:srgbClr val="DEDEDE"/>
          </a:solidFill>
          <a:ln w="12700">
            <a:solidFill>
              <a:srgbClr val="DEDEDE">
                <a:alpha val="0"/>
              </a:srgbClr>
            </a:solidFill>
            <a:prstDash val="solid"/>
          </a:ln>
        </p:spPr>
      </p:sp>
      <p:sp>
        <p:nvSpPr>
          <p:cNvPr id="62" name="Shape 59"/>
          <p:cNvSpPr/>
          <p:nvPr/>
        </p:nvSpPr>
        <p:spPr>
          <a:xfrm>
            <a:off x="7479792" y="2295144"/>
            <a:ext cx="100584" cy="118872"/>
          </a:xfrm>
          <a:prstGeom prst="roundRect">
            <a:avLst>
              <a:gd name="adj" fmla="val 22727"/>
            </a:avLst>
          </a:prstGeom>
          <a:solidFill>
            <a:srgbClr val="DEDEDE"/>
          </a:solidFill>
          <a:ln w="12700">
            <a:solidFill>
              <a:srgbClr val="DEDEDE">
                <a:alpha val="0"/>
              </a:srgbClr>
            </a:solidFill>
            <a:prstDash val="solid"/>
          </a:ln>
        </p:spPr>
      </p:sp>
      <p:sp>
        <p:nvSpPr>
          <p:cNvPr id="63" name="Shape 60"/>
          <p:cNvSpPr/>
          <p:nvPr/>
        </p:nvSpPr>
        <p:spPr>
          <a:xfrm>
            <a:off x="7635240" y="2295144"/>
            <a:ext cx="100584" cy="118872"/>
          </a:xfrm>
          <a:prstGeom prst="roundRect">
            <a:avLst>
              <a:gd name="adj" fmla="val 22727"/>
            </a:avLst>
          </a:prstGeom>
          <a:solidFill>
            <a:srgbClr val="DEDEDE"/>
          </a:solidFill>
          <a:ln w="12700">
            <a:solidFill>
              <a:srgbClr val="DEDEDE">
                <a:alpha val="0"/>
              </a:srgbClr>
            </a:solidFill>
            <a:prstDash val="solid"/>
          </a:ln>
        </p:spPr>
      </p:sp>
      <p:sp>
        <p:nvSpPr>
          <p:cNvPr id="64" name="Shape 61"/>
          <p:cNvSpPr/>
          <p:nvPr/>
        </p:nvSpPr>
        <p:spPr>
          <a:xfrm>
            <a:off x="7790688" y="2295144"/>
            <a:ext cx="100584" cy="118872"/>
          </a:xfrm>
          <a:prstGeom prst="roundRect">
            <a:avLst>
              <a:gd name="adj" fmla="val 22727"/>
            </a:avLst>
          </a:prstGeom>
          <a:solidFill>
            <a:srgbClr val="B11F4B"/>
          </a:solidFill>
          <a:ln w="12700">
            <a:solidFill>
              <a:srgbClr val="B11F4B">
                <a:alpha val="0"/>
              </a:srgbClr>
            </a:solidFill>
            <a:prstDash val="solid"/>
          </a:ln>
        </p:spPr>
      </p:sp>
      <p:sp>
        <p:nvSpPr>
          <p:cNvPr id="65" name="Shape 62"/>
          <p:cNvSpPr/>
          <p:nvPr/>
        </p:nvSpPr>
        <p:spPr>
          <a:xfrm>
            <a:off x="7946136" y="2295144"/>
            <a:ext cx="100584" cy="118872"/>
          </a:xfrm>
          <a:prstGeom prst="roundRect">
            <a:avLst>
              <a:gd name="adj" fmla="val 22727"/>
            </a:avLst>
          </a:prstGeom>
          <a:solidFill>
            <a:srgbClr val="DEDEDE"/>
          </a:solidFill>
          <a:ln w="12700">
            <a:solidFill>
              <a:srgbClr val="DEDEDE">
                <a:alpha val="0"/>
              </a:srgbClr>
            </a:solidFill>
            <a:prstDash val="solid"/>
          </a:ln>
        </p:spPr>
      </p:sp>
      <p:sp>
        <p:nvSpPr>
          <p:cNvPr id="66" name="Shape 63"/>
          <p:cNvSpPr/>
          <p:nvPr/>
        </p:nvSpPr>
        <p:spPr>
          <a:xfrm>
            <a:off x="8101584" y="2295144"/>
            <a:ext cx="100584" cy="118872"/>
          </a:xfrm>
          <a:prstGeom prst="roundRect">
            <a:avLst>
              <a:gd name="adj" fmla="val 22727"/>
            </a:avLst>
          </a:prstGeom>
          <a:solidFill>
            <a:srgbClr val="DEDEDE"/>
          </a:solidFill>
          <a:ln w="12700">
            <a:solidFill>
              <a:srgbClr val="DEDEDE">
                <a:alpha val="0"/>
              </a:srgbClr>
            </a:solidFill>
            <a:prstDash val="solid"/>
          </a:ln>
        </p:spPr>
      </p:sp>
      <p:sp>
        <p:nvSpPr>
          <p:cNvPr id="67" name="Shape 64"/>
          <p:cNvSpPr/>
          <p:nvPr/>
        </p:nvSpPr>
        <p:spPr>
          <a:xfrm>
            <a:off x="8257032" y="2295144"/>
            <a:ext cx="100584" cy="118872"/>
          </a:xfrm>
          <a:prstGeom prst="roundRect">
            <a:avLst>
              <a:gd name="adj" fmla="val 22727"/>
            </a:avLst>
          </a:prstGeom>
          <a:solidFill>
            <a:srgbClr val="DEDEDE"/>
          </a:solidFill>
          <a:ln w="12700">
            <a:solidFill>
              <a:srgbClr val="DEDEDE">
                <a:alpha val="0"/>
              </a:srgbClr>
            </a:solidFill>
            <a:prstDash val="solid"/>
          </a:ln>
        </p:spPr>
      </p:sp>
      <p:sp>
        <p:nvSpPr>
          <p:cNvPr id="68" name="Shape 65"/>
          <p:cNvSpPr/>
          <p:nvPr/>
        </p:nvSpPr>
        <p:spPr>
          <a:xfrm>
            <a:off x="8412480" y="2295144"/>
            <a:ext cx="100584" cy="118872"/>
          </a:xfrm>
          <a:prstGeom prst="roundRect">
            <a:avLst>
              <a:gd name="adj" fmla="val 22727"/>
            </a:avLst>
          </a:prstGeom>
          <a:solidFill>
            <a:srgbClr val="DEDEDE"/>
          </a:solidFill>
          <a:ln w="12700">
            <a:solidFill>
              <a:srgbClr val="DEDEDE">
                <a:alpha val="0"/>
              </a:srgbClr>
            </a:solidFill>
            <a:prstDash val="solid"/>
          </a:ln>
        </p:spPr>
      </p:sp>
      <p:sp>
        <p:nvSpPr>
          <p:cNvPr id="69" name="Shape 66"/>
          <p:cNvSpPr/>
          <p:nvPr/>
        </p:nvSpPr>
        <p:spPr>
          <a:xfrm>
            <a:off x="8567928" y="2295144"/>
            <a:ext cx="100584" cy="118872"/>
          </a:xfrm>
          <a:prstGeom prst="roundRect">
            <a:avLst>
              <a:gd name="adj" fmla="val 22727"/>
            </a:avLst>
          </a:prstGeom>
          <a:solidFill>
            <a:srgbClr val="B11F4B"/>
          </a:solidFill>
          <a:ln w="12700">
            <a:solidFill>
              <a:srgbClr val="B11F4B">
                <a:alpha val="0"/>
              </a:srgbClr>
            </a:solidFill>
            <a:prstDash val="solid"/>
          </a:ln>
        </p:spPr>
      </p:sp>
      <p:sp>
        <p:nvSpPr>
          <p:cNvPr id="70" name="Shape 67"/>
          <p:cNvSpPr/>
          <p:nvPr/>
        </p:nvSpPr>
        <p:spPr>
          <a:xfrm>
            <a:off x="8723376" y="2295144"/>
            <a:ext cx="100584" cy="118872"/>
          </a:xfrm>
          <a:prstGeom prst="roundRect">
            <a:avLst>
              <a:gd name="adj" fmla="val 22727"/>
            </a:avLst>
          </a:prstGeom>
          <a:solidFill>
            <a:srgbClr val="DEDEDE"/>
          </a:solidFill>
          <a:ln w="12700">
            <a:solidFill>
              <a:srgbClr val="DEDEDE">
                <a:alpha val="0"/>
              </a:srgbClr>
            </a:solidFill>
            <a:prstDash val="solid"/>
          </a:ln>
        </p:spPr>
      </p:sp>
      <p:sp>
        <p:nvSpPr>
          <p:cNvPr id="71" name="Shape 68"/>
          <p:cNvSpPr/>
          <p:nvPr/>
        </p:nvSpPr>
        <p:spPr>
          <a:xfrm>
            <a:off x="8878824" y="2295144"/>
            <a:ext cx="100584" cy="118872"/>
          </a:xfrm>
          <a:prstGeom prst="roundRect">
            <a:avLst>
              <a:gd name="adj" fmla="val 22727"/>
            </a:avLst>
          </a:prstGeom>
          <a:solidFill>
            <a:srgbClr val="DEDEDE"/>
          </a:solidFill>
          <a:ln w="12700">
            <a:solidFill>
              <a:srgbClr val="DEDEDE">
                <a:alpha val="0"/>
              </a:srgbClr>
            </a:solidFill>
            <a:prstDash val="solid"/>
          </a:ln>
        </p:spPr>
      </p:sp>
      <p:sp>
        <p:nvSpPr>
          <p:cNvPr id="72" name="Shape 69"/>
          <p:cNvSpPr/>
          <p:nvPr/>
        </p:nvSpPr>
        <p:spPr>
          <a:xfrm>
            <a:off x="9034272" y="2295144"/>
            <a:ext cx="100584" cy="118872"/>
          </a:xfrm>
          <a:prstGeom prst="roundRect">
            <a:avLst>
              <a:gd name="adj" fmla="val 22727"/>
            </a:avLst>
          </a:prstGeom>
          <a:solidFill>
            <a:srgbClr val="DEDEDE"/>
          </a:solidFill>
          <a:ln w="12700">
            <a:solidFill>
              <a:srgbClr val="DEDEDE">
                <a:alpha val="0"/>
              </a:srgbClr>
            </a:solidFill>
            <a:prstDash val="solid"/>
          </a:ln>
        </p:spPr>
      </p:sp>
      <p:sp>
        <p:nvSpPr>
          <p:cNvPr id="73" name="Shape 70"/>
          <p:cNvSpPr/>
          <p:nvPr/>
        </p:nvSpPr>
        <p:spPr>
          <a:xfrm>
            <a:off x="9189720" y="2295144"/>
            <a:ext cx="100584" cy="118872"/>
          </a:xfrm>
          <a:prstGeom prst="roundRect">
            <a:avLst>
              <a:gd name="adj" fmla="val 22727"/>
            </a:avLst>
          </a:prstGeom>
          <a:solidFill>
            <a:srgbClr val="DEDEDE"/>
          </a:solidFill>
          <a:ln w="12700">
            <a:solidFill>
              <a:srgbClr val="DEDEDE">
                <a:alpha val="0"/>
              </a:srgbClr>
            </a:solidFill>
            <a:prstDash val="solid"/>
          </a:ln>
        </p:spPr>
      </p:sp>
      <p:sp>
        <p:nvSpPr>
          <p:cNvPr id="74" name="Shape 71"/>
          <p:cNvSpPr/>
          <p:nvPr/>
        </p:nvSpPr>
        <p:spPr>
          <a:xfrm>
            <a:off x="9345168" y="2295144"/>
            <a:ext cx="100584" cy="118872"/>
          </a:xfrm>
          <a:prstGeom prst="roundRect">
            <a:avLst>
              <a:gd name="adj" fmla="val 22727"/>
            </a:avLst>
          </a:prstGeom>
          <a:solidFill>
            <a:srgbClr val="B11F4B"/>
          </a:solidFill>
          <a:ln w="12700">
            <a:solidFill>
              <a:srgbClr val="B11F4B">
                <a:alpha val="0"/>
              </a:srgbClr>
            </a:solidFill>
            <a:prstDash val="solid"/>
          </a:ln>
        </p:spPr>
      </p:sp>
      <p:sp>
        <p:nvSpPr>
          <p:cNvPr id="75" name="Shape 72"/>
          <p:cNvSpPr/>
          <p:nvPr/>
        </p:nvSpPr>
        <p:spPr>
          <a:xfrm>
            <a:off x="9500616" y="2295144"/>
            <a:ext cx="100584" cy="118872"/>
          </a:xfrm>
          <a:prstGeom prst="roundRect">
            <a:avLst>
              <a:gd name="adj" fmla="val 22727"/>
            </a:avLst>
          </a:prstGeom>
          <a:solidFill>
            <a:srgbClr val="DEDEDE"/>
          </a:solidFill>
          <a:ln w="12700">
            <a:solidFill>
              <a:srgbClr val="DEDEDE">
                <a:alpha val="0"/>
              </a:srgbClr>
            </a:solidFill>
            <a:prstDash val="solid"/>
          </a:ln>
        </p:spPr>
      </p:sp>
      <p:sp>
        <p:nvSpPr>
          <p:cNvPr id="76" name="Shape 73"/>
          <p:cNvSpPr/>
          <p:nvPr/>
        </p:nvSpPr>
        <p:spPr>
          <a:xfrm>
            <a:off x="9656064" y="2295144"/>
            <a:ext cx="100584" cy="118872"/>
          </a:xfrm>
          <a:prstGeom prst="roundRect">
            <a:avLst>
              <a:gd name="adj" fmla="val 22727"/>
            </a:avLst>
          </a:prstGeom>
          <a:solidFill>
            <a:srgbClr val="DEDEDE"/>
          </a:solidFill>
          <a:ln w="12700">
            <a:solidFill>
              <a:srgbClr val="DEDEDE">
                <a:alpha val="0"/>
              </a:srgbClr>
            </a:solidFill>
            <a:prstDash val="solid"/>
          </a:ln>
        </p:spPr>
      </p:sp>
      <p:sp>
        <p:nvSpPr>
          <p:cNvPr id="77" name="Shape 74"/>
          <p:cNvSpPr/>
          <p:nvPr/>
        </p:nvSpPr>
        <p:spPr>
          <a:xfrm>
            <a:off x="9811512" y="2295144"/>
            <a:ext cx="100584" cy="118872"/>
          </a:xfrm>
          <a:prstGeom prst="roundRect">
            <a:avLst>
              <a:gd name="adj" fmla="val 22727"/>
            </a:avLst>
          </a:prstGeom>
          <a:solidFill>
            <a:srgbClr val="DEDEDE"/>
          </a:solidFill>
          <a:ln w="12700">
            <a:solidFill>
              <a:srgbClr val="DEDEDE">
                <a:alpha val="0"/>
              </a:srgbClr>
            </a:solidFill>
            <a:prstDash val="solid"/>
          </a:ln>
        </p:spPr>
      </p:sp>
      <p:sp>
        <p:nvSpPr>
          <p:cNvPr id="78" name="Shape 75"/>
          <p:cNvSpPr/>
          <p:nvPr/>
        </p:nvSpPr>
        <p:spPr>
          <a:xfrm>
            <a:off x="9966960" y="2295144"/>
            <a:ext cx="100584" cy="118872"/>
          </a:xfrm>
          <a:prstGeom prst="roundRect">
            <a:avLst>
              <a:gd name="adj" fmla="val 22727"/>
            </a:avLst>
          </a:prstGeom>
          <a:solidFill>
            <a:srgbClr val="DEDEDE"/>
          </a:solidFill>
          <a:ln w="12700">
            <a:solidFill>
              <a:srgbClr val="DEDEDE">
                <a:alpha val="0"/>
              </a:srgbClr>
            </a:solidFill>
            <a:prstDash val="solid"/>
          </a:ln>
        </p:spPr>
      </p:sp>
      <p:sp>
        <p:nvSpPr>
          <p:cNvPr id="79" name="Shape 76"/>
          <p:cNvSpPr/>
          <p:nvPr/>
        </p:nvSpPr>
        <p:spPr>
          <a:xfrm>
            <a:off x="10122408" y="2295144"/>
            <a:ext cx="100584" cy="118872"/>
          </a:xfrm>
          <a:prstGeom prst="roundRect">
            <a:avLst>
              <a:gd name="adj" fmla="val 22727"/>
            </a:avLst>
          </a:prstGeom>
          <a:solidFill>
            <a:srgbClr val="B11F4B"/>
          </a:solidFill>
          <a:ln w="12700">
            <a:solidFill>
              <a:srgbClr val="B11F4B">
                <a:alpha val="0"/>
              </a:srgbClr>
            </a:solidFill>
            <a:prstDash val="solid"/>
          </a:ln>
        </p:spPr>
      </p:sp>
      <p:sp>
        <p:nvSpPr>
          <p:cNvPr id="80" name="Shape 77"/>
          <p:cNvSpPr/>
          <p:nvPr/>
        </p:nvSpPr>
        <p:spPr>
          <a:xfrm>
            <a:off x="10277856" y="2295144"/>
            <a:ext cx="100584" cy="118872"/>
          </a:xfrm>
          <a:prstGeom prst="roundRect">
            <a:avLst>
              <a:gd name="adj" fmla="val 22727"/>
            </a:avLst>
          </a:prstGeom>
          <a:solidFill>
            <a:srgbClr val="DEDEDE"/>
          </a:solidFill>
          <a:ln w="12700">
            <a:solidFill>
              <a:srgbClr val="DEDEDE">
                <a:alpha val="0"/>
              </a:srgbClr>
            </a:solidFill>
            <a:prstDash val="solid"/>
          </a:ln>
        </p:spPr>
      </p:sp>
      <p:sp>
        <p:nvSpPr>
          <p:cNvPr id="81" name="Shape 78"/>
          <p:cNvSpPr/>
          <p:nvPr/>
        </p:nvSpPr>
        <p:spPr>
          <a:xfrm>
            <a:off x="10433304" y="2295144"/>
            <a:ext cx="100584" cy="118872"/>
          </a:xfrm>
          <a:prstGeom prst="roundRect">
            <a:avLst>
              <a:gd name="adj" fmla="val 22727"/>
            </a:avLst>
          </a:prstGeom>
          <a:solidFill>
            <a:srgbClr val="DEDEDE"/>
          </a:solidFill>
          <a:ln w="12700">
            <a:solidFill>
              <a:srgbClr val="DEDEDE">
                <a:alpha val="0"/>
              </a:srgbClr>
            </a:solidFill>
            <a:prstDash val="solid"/>
          </a:ln>
        </p:spPr>
      </p:sp>
      <p:sp>
        <p:nvSpPr>
          <p:cNvPr id="82" name="Shape 79"/>
          <p:cNvSpPr/>
          <p:nvPr/>
        </p:nvSpPr>
        <p:spPr>
          <a:xfrm>
            <a:off x="10588752" y="2295144"/>
            <a:ext cx="100584" cy="118872"/>
          </a:xfrm>
          <a:prstGeom prst="roundRect">
            <a:avLst>
              <a:gd name="adj" fmla="val 22727"/>
            </a:avLst>
          </a:prstGeom>
          <a:solidFill>
            <a:srgbClr val="DEDEDE"/>
          </a:solidFill>
          <a:ln w="12700">
            <a:solidFill>
              <a:srgbClr val="DEDEDE">
                <a:alpha val="0"/>
              </a:srgbClr>
            </a:solidFill>
            <a:prstDash val="solid"/>
          </a:ln>
        </p:spPr>
      </p:sp>
      <p:sp>
        <p:nvSpPr>
          <p:cNvPr id="83" name="Shape 80"/>
          <p:cNvSpPr/>
          <p:nvPr/>
        </p:nvSpPr>
        <p:spPr>
          <a:xfrm>
            <a:off x="10744200" y="2295144"/>
            <a:ext cx="100584" cy="118872"/>
          </a:xfrm>
          <a:prstGeom prst="roundRect">
            <a:avLst>
              <a:gd name="adj" fmla="val 22727"/>
            </a:avLst>
          </a:prstGeom>
          <a:solidFill>
            <a:srgbClr val="DEDEDE"/>
          </a:solidFill>
          <a:ln w="12700">
            <a:solidFill>
              <a:srgbClr val="DEDEDE">
                <a:alpha val="0"/>
              </a:srgbClr>
            </a:solidFill>
            <a:prstDash val="solid"/>
          </a:ln>
        </p:spPr>
      </p:sp>
      <p:sp>
        <p:nvSpPr>
          <p:cNvPr id="84" name="Shape 81"/>
          <p:cNvSpPr/>
          <p:nvPr/>
        </p:nvSpPr>
        <p:spPr>
          <a:xfrm>
            <a:off x="7013448" y="2482596"/>
            <a:ext cx="100584" cy="118872"/>
          </a:xfrm>
          <a:prstGeom prst="roundRect">
            <a:avLst>
              <a:gd name="adj" fmla="val 22727"/>
            </a:avLst>
          </a:prstGeom>
          <a:solidFill>
            <a:srgbClr val="B11F4B"/>
          </a:solidFill>
          <a:ln w="12700">
            <a:solidFill>
              <a:srgbClr val="B11F4B">
                <a:alpha val="0"/>
              </a:srgbClr>
            </a:solidFill>
            <a:prstDash val="solid"/>
          </a:ln>
        </p:spPr>
      </p:sp>
      <p:sp>
        <p:nvSpPr>
          <p:cNvPr id="85" name="Shape 82"/>
          <p:cNvSpPr/>
          <p:nvPr/>
        </p:nvSpPr>
        <p:spPr>
          <a:xfrm>
            <a:off x="7168896" y="2482596"/>
            <a:ext cx="100584" cy="118872"/>
          </a:xfrm>
          <a:prstGeom prst="roundRect">
            <a:avLst>
              <a:gd name="adj" fmla="val 22727"/>
            </a:avLst>
          </a:prstGeom>
          <a:solidFill>
            <a:srgbClr val="DEDEDE"/>
          </a:solidFill>
          <a:ln w="12700">
            <a:solidFill>
              <a:srgbClr val="DEDEDE">
                <a:alpha val="0"/>
              </a:srgbClr>
            </a:solidFill>
            <a:prstDash val="solid"/>
          </a:ln>
        </p:spPr>
      </p:sp>
      <p:sp>
        <p:nvSpPr>
          <p:cNvPr id="86" name="Shape 83"/>
          <p:cNvSpPr/>
          <p:nvPr/>
        </p:nvSpPr>
        <p:spPr>
          <a:xfrm>
            <a:off x="7324344" y="2482596"/>
            <a:ext cx="100584" cy="118872"/>
          </a:xfrm>
          <a:prstGeom prst="roundRect">
            <a:avLst>
              <a:gd name="adj" fmla="val 22727"/>
            </a:avLst>
          </a:prstGeom>
          <a:solidFill>
            <a:srgbClr val="DEDEDE"/>
          </a:solidFill>
          <a:ln w="12700">
            <a:solidFill>
              <a:srgbClr val="DEDEDE">
                <a:alpha val="0"/>
              </a:srgbClr>
            </a:solidFill>
            <a:prstDash val="solid"/>
          </a:ln>
        </p:spPr>
      </p:sp>
      <p:sp>
        <p:nvSpPr>
          <p:cNvPr id="87" name="Shape 84"/>
          <p:cNvSpPr/>
          <p:nvPr/>
        </p:nvSpPr>
        <p:spPr>
          <a:xfrm>
            <a:off x="7479792" y="2482596"/>
            <a:ext cx="100584" cy="118872"/>
          </a:xfrm>
          <a:prstGeom prst="roundRect">
            <a:avLst>
              <a:gd name="adj" fmla="val 22727"/>
            </a:avLst>
          </a:prstGeom>
          <a:solidFill>
            <a:srgbClr val="DEDEDE"/>
          </a:solidFill>
          <a:ln w="12700">
            <a:solidFill>
              <a:srgbClr val="DEDEDE">
                <a:alpha val="0"/>
              </a:srgbClr>
            </a:solidFill>
            <a:prstDash val="solid"/>
          </a:ln>
        </p:spPr>
      </p:sp>
      <p:sp>
        <p:nvSpPr>
          <p:cNvPr id="88" name="Shape 85"/>
          <p:cNvSpPr/>
          <p:nvPr/>
        </p:nvSpPr>
        <p:spPr>
          <a:xfrm>
            <a:off x="7635240" y="2482596"/>
            <a:ext cx="100584" cy="118872"/>
          </a:xfrm>
          <a:prstGeom prst="roundRect">
            <a:avLst>
              <a:gd name="adj" fmla="val 22727"/>
            </a:avLst>
          </a:prstGeom>
          <a:solidFill>
            <a:srgbClr val="DEDEDE"/>
          </a:solidFill>
          <a:ln w="12700">
            <a:solidFill>
              <a:srgbClr val="DEDEDE">
                <a:alpha val="0"/>
              </a:srgbClr>
            </a:solidFill>
            <a:prstDash val="solid"/>
          </a:ln>
        </p:spPr>
      </p:sp>
      <p:sp>
        <p:nvSpPr>
          <p:cNvPr id="89" name="Shape 86"/>
          <p:cNvSpPr/>
          <p:nvPr/>
        </p:nvSpPr>
        <p:spPr>
          <a:xfrm>
            <a:off x="7790688" y="2482596"/>
            <a:ext cx="100584" cy="118872"/>
          </a:xfrm>
          <a:prstGeom prst="roundRect">
            <a:avLst>
              <a:gd name="adj" fmla="val 22727"/>
            </a:avLst>
          </a:prstGeom>
          <a:solidFill>
            <a:srgbClr val="B11F4B"/>
          </a:solidFill>
          <a:ln w="12700">
            <a:solidFill>
              <a:srgbClr val="B11F4B">
                <a:alpha val="0"/>
              </a:srgbClr>
            </a:solidFill>
            <a:prstDash val="solid"/>
          </a:ln>
        </p:spPr>
      </p:sp>
      <p:sp>
        <p:nvSpPr>
          <p:cNvPr id="90" name="Shape 87"/>
          <p:cNvSpPr/>
          <p:nvPr/>
        </p:nvSpPr>
        <p:spPr>
          <a:xfrm>
            <a:off x="7946136" y="2482596"/>
            <a:ext cx="100584" cy="118872"/>
          </a:xfrm>
          <a:prstGeom prst="roundRect">
            <a:avLst>
              <a:gd name="adj" fmla="val 22727"/>
            </a:avLst>
          </a:prstGeom>
          <a:solidFill>
            <a:srgbClr val="DEDEDE"/>
          </a:solidFill>
          <a:ln w="12700">
            <a:solidFill>
              <a:srgbClr val="DEDEDE">
                <a:alpha val="0"/>
              </a:srgbClr>
            </a:solidFill>
            <a:prstDash val="solid"/>
          </a:ln>
        </p:spPr>
      </p:sp>
      <p:sp>
        <p:nvSpPr>
          <p:cNvPr id="91" name="Shape 88"/>
          <p:cNvSpPr/>
          <p:nvPr/>
        </p:nvSpPr>
        <p:spPr>
          <a:xfrm>
            <a:off x="8101584" y="2482596"/>
            <a:ext cx="100584" cy="118872"/>
          </a:xfrm>
          <a:prstGeom prst="roundRect">
            <a:avLst>
              <a:gd name="adj" fmla="val 22727"/>
            </a:avLst>
          </a:prstGeom>
          <a:solidFill>
            <a:srgbClr val="DEDEDE"/>
          </a:solidFill>
          <a:ln w="12700">
            <a:solidFill>
              <a:srgbClr val="DEDEDE">
                <a:alpha val="0"/>
              </a:srgbClr>
            </a:solidFill>
            <a:prstDash val="solid"/>
          </a:ln>
        </p:spPr>
      </p:sp>
      <p:sp>
        <p:nvSpPr>
          <p:cNvPr id="92" name="Shape 89"/>
          <p:cNvSpPr/>
          <p:nvPr/>
        </p:nvSpPr>
        <p:spPr>
          <a:xfrm>
            <a:off x="8257032" y="2482596"/>
            <a:ext cx="100584" cy="118872"/>
          </a:xfrm>
          <a:prstGeom prst="roundRect">
            <a:avLst>
              <a:gd name="adj" fmla="val 22727"/>
            </a:avLst>
          </a:prstGeom>
          <a:solidFill>
            <a:srgbClr val="DEDEDE"/>
          </a:solidFill>
          <a:ln w="12700">
            <a:solidFill>
              <a:srgbClr val="DEDEDE">
                <a:alpha val="0"/>
              </a:srgbClr>
            </a:solidFill>
            <a:prstDash val="solid"/>
          </a:ln>
        </p:spPr>
      </p:sp>
      <p:sp>
        <p:nvSpPr>
          <p:cNvPr id="93" name="Shape 90"/>
          <p:cNvSpPr/>
          <p:nvPr/>
        </p:nvSpPr>
        <p:spPr>
          <a:xfrm>
            <a:off x="8412480" y="2482596"/>
            <a:ext cx="100584" cy="118872"/>
          </a:xfrm>
          <a:prstGeom prst="roundRect">
            <a:avLst>
              <a:gd name="adj" fmla="val 22727"/>
            </a:avLst>
          </a:prstGeom>
          <a:solidFill>
            <a:srgbClr val="DEDEDE"/>
          </a:solidFill>
          <a:ln w="12700">
            <a:solidFill>
              <a:srgbClr val="DEDEDE">
                <a:alpha val="0"/>
              </a:srgbClr>
            </a:solidFill>
            <a:prstDash val="solid"/>
          </a:ln>
        </p:spPr>
      </p:sp>
      <p:sp>
        <p:nvSpPr>
          <p:cNvPr id="94" name="Shape 91"/>
          <p:cNvSpPr/>
          <p:nvPr/>
        </p:nvSpPr>
        <p:spPr>
          <a:xfrm>
            <a:off x="8567928" y="2482596"/>
            <a:ext cx="100584" cy="118872"/>
          </a:xfrm>
          <a:prstGeom prst="roundRect">
            <a:avLst>
              <a:gd name="adj" fmla="val 22727"/>
            </a:avLst>
          </a:prstGeom>
          <a:solidFill>
            <a:srgbClr val="B11F4B"/>
          </a:solidFill>
          <a:ln w="12700">
            <a:solidFill>
              <a:srgbClr val="B11F4B">
                <a:alpha val="0"/>
              </a:srgbClr>
            </a:solidFill>
            <a:prstDash val="solid"/>
          </a:ln>
        </p:spPr>
      </p:sp>
      <p:sp>
        <p:nvSpPr>
          <p:cNvPr id="95" name="Shape 92"/>
          <p:cNvSpPr/>
          <p:nvPr/>
        </p:nvSpPr>
        <p:spPr>
          <a:xfrm>
            <a:off x="8723376" y="2482596"/>
            <a:ext cx="100584" cy="118872"/>
          </a:xfrm>
          <a:prstGeom prst="roundRect">
            <a:avLst>
              <a:gd name="adj" fmla="val 22727"/>
            </a:avLst>
          </a:prstGeom>
          <a:solidFill>
            <a:srgbClr val="DEDEDE"/>
          </a:solidFill>
          <a:ln w="12700">
            <a:solidFill>
              <a:srgbClr val="DEDEDE">
                <a:alpha val="0"/>
              </a:srgbClr>
            </a:solidFill>
            <a:prstDash val="solid"/>
          </a:ln>
        </p:spPr>
      </p:sp>
      <p:sp>
        <p:nvSpPr>
          <p:cNvPr id="96" name="Shape 93"/>
          <p:cNvSpPr/>
          <p:nvPr/>
        </p:nvSpPr>
        <p:spPr>
          <a:xfrm>
            <a:off x="8878824" y="2482596"/>
            <a:ext cx="100584" cy="118872"/>
          </a:xfrm>
          <a:prstGeom prst="roundRect">
            <a:avLst>
              <a:gd name="adj" fmla="val 22727"/>
            </a:avLst>
          </a:prstGeom>
          <a:solidFill>
            <a:srgbClr val="DEDEDE"/>
          </a:solidFill>
          <a:ln w="12700">
            <a:solidFill>
              <a:srgbClr val="DEDEDE">
                <a:alpha val="0"/>
              </a:srgbClr>
            </a:solidFill>
            <a:prstDash val="solid"/>
          </a:ln>
        </p:spPr>
      </p:sp>
      <p:sp>
        <p:nvSpPr>
          <p:cNvPr id="97" name="Shape 94"/>
          <p:cNvSpPr/>
          <p:nvPr/>
        </p:nvSpPr>
        <p:spPr>
          <a:xfrm>
            <a:off x="9034272" y="2482596"/>
            <a:ext cx="100584" cy="118872"/>
          </a:xfrm>
          <a:prstGeom prst="roundRect">
            <a:avLst>
              <a:gd name="adj" fmla="val 22727"/>
            </a:avLst>
          </a:prstGeom>
          <a:solidFill>
            <a:srgbClr val="DEDEDE"/>
          </a:solidFill>
          <a:ln w="12700">
            <a:solidFill>
              <a:srgbClr val="DEDEDE">
                <a:alpha val="0"/>
              </a:srgbClr>
            </a:solidFill>
            <a:prstDash val="solid"/>
          </a:ln>
        </p:spPr>
      </p:sp>
      <p:sp>
        <p:nvSpPr>
          <p:cNvPr id="98" name="Shape 95"/>
          <p:cNvSpPr/>
          <p:nvPr/>
        </p:nvSpPr>
        <p:spPr>
          <a:xfrm>
            <a:off x="9189720" y="2482596"/>
            <a:ext cx="100584" cy="118872"/>
          </a:xfrm>
          <a:prstGeom prst="roundRect">
            <a:avLst>
              <a:gd name="adj" fmla="val 22727"/>
            </a:avLst>
          </a:prstGeom>
          <a:solidFill>
            <a:srgbClr val="DEDEDE"/>
          </a:solidFill>
          <a:ln w="12700">
            <a:solidFill>
              <a:srgbClr val="DEDEDE">
                <a:alpha val="0"/>
              </a:srgbClr>
            </a:solidFill>
            <a:prstDash val="solid"/>
          </a:ln>
        </p:spPr>
      </p:sp>
      <p:sp>
        <p:nvSpPr>
          <p:cNvPr id="99" name="Shape 96"/>
          <p:cNvSpPr/>
          <p:nvPr/>
        </p:nvSpPr>
        <p:spPr>
          <a:xfrm>
            <a:off x="9345168" y="2482596"/>
            <a:ext cx="100584" cy="118872"/>
          </a:xfrm>
          <a:prstGeom prst="roundRect">
            <a:avLst>
              <a:gd name="adj" fmla="val 22727"/>
            </a:avLst>
          </a:prstGeom>
          <a:solidFill>
            <a:srgbClr val="B11F4B"/>
          </a:solidFill>
          <a:ln w="12700">
            <a:solidFill>
              <a:srgbClr val="B11F4B">
                <a:alpha val="0"/>
              </a:srgbClr>
            </a:solidFill>
            <a:prstDash val="solid"/>
          </a:ln>
        </p:spPr>
      </p:sp>
      <p:sp>
        <p:nvSpPr>
          <p:cNvPr id="100" name="Shape 97"/>
          <p:cNvSpPr/>
          <p:nvPr/>
        </p:nvSpPr>
        <p:spPr>
          <a:xfrm>
            <a:off x="9500616" y="2482596"/>
            <a:ext cx="100584" cy="118872"/>
          </a:xfrm>
          <a:prstGeom prst="roundRect">
            <a:avLst>
              <a:gd name="adj" fmla="val 22727"/>
            </a:avLst>
          </a:prstGeom>
          <a:solidFill>
            <a:srgbClr val="DEDEDE"/>
          </a:solidFill>
          <a:ln w="12700">
            <a:solidFill>
              <a:srgbClr val="DEDEDE">
                <a:alpha val="0"/>
              </a:srgbClr>
            </a:solidFill>
            <a:prstDash val="solid"/>
          </a:ln>
        </p:spPr>
      </p:sp>
      <p:sp>
        <p:nvSpPr>
          <p:cNvPr id="101" name="Shape 98"/>
          <p:cNvSpPr/>
          <p:nvPr/>
        </p:nvSpPr>
        <p:spPr>
          <a:xfrm>
            <a:off x="9656064" y="2482596"/>
            <a:ext cx="100584" cy="118872"/>
          </a:xfrm>
          <a:prstGeom prst="roundRect">
            <a:avLst>
              <a:gd name="adj" fmla="val 22727"/>
            </a:avLst>
          </a:prstGeom>
          <a:solidFill>
            <a:srgbClr val="DEDEDE"/>
          </a:solidFill>
          <a:ln w="12700">
            <a:solidFill>
              <a:srgbClr val="DEDEDE">
                <a:alpha val="0"/>
              </a:srgbClr>
            </a:solidFill>
            <a:prstDash val="solid"/>
          </a:ln>
        </p:spPr>
      </p:sp>
      <p:sp>
        <p:nvSpPr>
          <p:cNvPr id="102" name="Shape 99"/>
          <p:cNvSpPr/>
          <p:nvPr/>
        </p:nvSpPr>
        <p:spPr>
          <a:xfrm>
            <a:off x="9811512" y="2482596"/>
            <a:ext cx="100584" cy="118872"/>
          </a:xfrm>
          <a:prstGeom prst="roundRect">
            <a:avLst>
              <a:gd name="adj" fmla="val 22727"/>
            </a:avLst>
          </a:prstGeom>
          <a:solidFill>
            <a:srgbClr val="DEDEDE"/>
          </a:solidFill>
          <a:ln w="12700">
            <a:solidFill>
              <a:srgbClr val="DEDEDE">
                <a:alpha val="0"/>
              </a:srgbClr>
            </a:solidFill>
            <a:prstDash val="solid"/>
          </a:ln>
        </p:spPr>
      </p:sp>
      <p:sp>
        <p:nvSpPr>
          <p:cNvPr id="103" name="Shape 100"/>
          <p:cNvSpPr/>
          <p:nvPr/>
        </p:nvSpPr>
        <p:spPr>
          <a:xfrm>
            <a:off x="9966960" y="2482596"/>
            <a:ext cx="100584" cy="118872"/>
          </a:xfrm>
          <a:prstGeom prst="roundRect">
            <a:avLst>
              <a:gd name="adj" fmla="val 22727"/>
            </a:avLst>
          </a:prstGeom>
          <a:solidFill>
            <a:srgbClr val="DEDEDE"/>
          </a:solidFill>
          <a:ln w="12700">
            <a:solidFill>
              <a:srgbClr val="DEDEDE">
                <a:alpha val="0"/>
              </a:srgbClr>
            </a:solidFill>
            <a:prstDash val="solid"/>
          </a:ln>
        </p:spPr>
      </p:sp>
      <p:sp>
        <p:nvSpPr>
          <p:cNvPr id="104" name="Shape 101"/>
          <p:cNvSpPr/>
          <p:nvPr/>
        </p:nvSpPr>
        <p:spPr>
          <a:xfrm>
            <a:off x="10122408" y="2482596"/>
            <a:ext cx="100584" cy="118872"/>
          </a:xfrm>
          <a:prstGeom prst="roundRect">
            <a:avLst>
              <a:gd name="adj" fmla="val 22727"/>
            </a:avLst>
          </a:prstGeom>
          <a:solidFill>
            <a:srgbClr val="B11F4B"/>
          </a:solidFill>
          <a:ln w="12700">
            <a:solidFill>
              <a:srgbClr val="B11F4B">
                <a:alpha val="0"/>
              </a:srgbClr>
            </a:solidFill>
            <a:prstDash val="solid"/>
          </a:ln>
        </p:spPr>
      </p:sp>
      <p:sp>
        <p:nvSpPr>
          <p:cNvPr id="105" name="Shape 102"/>
          <p:cNvSpPr/>
          <p:nvPr/>
        </p:nvSpPr>
        <p:spPr>
          <a:xfrm>
            <a:off x="10277856" y="2482596"/>
            <a:ext cx="100584" cy="118872"/>
          </a:xfrm>
          <a:prstGeom prst="roundRect">
            <a:avLst>
              <a:gd name="adj" fmla="val 22727"/>
            </a:avLst>
          </a:prstGeom>
          <a:solidFill>
            <a:srgbClr val="DEDEDE"/>
          </a:solidFill>
          <a:ln w="12700">
            <a:solidFill>
              <a:srgbClr val="DEDEDE">
                <a:alpha val="0"/>
              </a:srgbClr>
            </a:solidFill>
            <a:prstDash val="solid"/>
          </a:ln>
        </p:spPr>
      </p:sp>
      <p:sp>
        <p:nvSpPr>
          <p:cNvPr id="106" name="Shape 103"/>
          <p:cNvSpPr/>
          <p:nvPr/>
        </p:nvSpPr>
        <p:spPr>
          <a:xfrm>
            <a:off x="10433304" y="2482596"/>
            <a:ext cx="100584" cy="118872"/>
          </a:xfrm>
          <a:prstGeom prst="roundRect">
            <a:avLst>
              <a:gd name="adj" fmla="val 22727"/>
            </a:avLst>
          </a:prstGeom>
          <a:solidFill>
            <a:srgbClr val="DEDEDE"/>
          </a:solidFill>
          <a:ln w="12700">
            <a:solidFill>
              <a:srgbClr val="DEDEDE">
                <a:alpha val="0"/>
              </a:srgbClr>
            </a:solidFill>
            <a:prstDash val="solid"/>
          </a:ln>
        </p:spPr>
      </p:sp>
      <p:sp>
        <p:nvSpPr>
          <p:cNvPr id="107" name="Shape 104"/>
          <p:cNvSpPr/>
          <p:nvPr/>
        </p:nvSpPr>
        <p:spPr>
          <a:xfrm>
            <a:off x="10588752" y="2482596"/>
            <a:ext cx="100584" cy="118872"/>
          </a:xfrm>
          <a:prstGeom prst="roundRect">
            <a:avLst>
              <a:gd name="adj" fmla="val 22727"/>
            </a:avLst>
          </a:prstGeom>
          <a:solidFill>
            <a:srgbClr val="DEDEDE"/>
          </a:solidFill>
          <a:ln w="12700">
            <a:solidFill>
              <a:srgbClr val="DEDEDE">
                <a:alpha val="0"/>
              </a:srgbClr>
            </a:solidFill>
            <a:prstDash val="solid"/>
          </a:ln>
        </p:spPr>
      </p:sp>
      <p:sp>
        <p:nvSpPr>
          <p:cNvPr id="108" name="Shape 105"/>
          <p:cNvSpPr/>
          <p:nvPr/>
        </p:nvSpPr>
        <p:spPr>
          <a:xfrm>
            <a:off x="10744200" y="2482596"/>
            <a:ext cx="100584" cy="118872"/>
          </a:xfrm>
          <a:prstGeom prst="roundRect">
            <a:avLst>
              <a:gd name="adj" fmla="val 22727"/>
            </a:avLst>
          </a:prstGeom>
          <a:solidFill>
            <a:srgbClr val="DEDEDE"/>
          </a:solidFill>
          <a:ln w="12700">
            <a:solidFill>
              <a:srgbClr val="DEDEDE">
                <a:alpha val="0"/>
              </a:srgbClr>
            </a:solidFill>
            <a:prstDash val="solid"/>
          </a:ln>
        </p:spPr>
      </p:sp>
      <p:sp>
        <p:nvSpPr>
          <p:cNvPr id="109" name="Shape 106"/>
          <p:cNvSpPr/>
          <p:nvPr/>
        </p:nvSpPr>
        <p:spPr>
          <a:xfrm>
            <a:off x="7013448" y="2670048"/>
            <a:ext cx="100584" cy="118872"/>
          </a:xfrm>
          <a:prstGeom prst="roundRect">
            <a:avLst>
              <a:gd name="adj" fmla="val 22727"/>
            </a:avLst>
          </a:prstGeom>
          <a:solidFill>
            <a:srgbClr val="B11F4B"/>
          </a:solidFill>
          <a:ln w="12700">
            <a:solidFill>
              <a:srgbClr val="B11F4B">
                <a:alpha val="0"/>
              </a:srgbClr>
            </a:solidFill>
            <a:prstDash val="solid"/>
          </a:ln>
        </p:spPr>
      </p:sp>
      <p:sp>
        <p:nvSpPr>
          <p:cNvPr id="110" name="Shape 107"/>
          <p:cNvSpPr/>
          <p:nvPr/>
        </p:nvSpPr>
        <p:spPr>
          <a:xfrm>
            <a:off x="7168896" y="2670048"/>
            <a:ext cx="100584" cy="118872"/>
          </a:xfrm>
          <a:prstGeom prst="roundRect">
            <a:avLst>
              <a:gd name="adj" fmla="val 22727"/>
            </a:avLst>
          </a:prstGeom>
          <a:solidFill>
            <a:srgbClr val="DEDEDE"/>
          </a:solidFill>
          <a:ln w="12700">
            <a:solidFill>
              <a:srgbClr val="DEDEDE">
                <a:alpha val="0"/>
              </a:srgbClr>
            </a:solidFill>
            <a:prstDash val="solid"/>
          </a:ln>
        </p:spPr>
      </p:sp>
      <p:sp>
        <p:nvSpPr>
          <p:cNvPr id="111" name="Shape 108"/>
          <p:cNvSpPr/>
          <p:nvPr/>
        </p:nvSpPr>
        <p:spPr>
          <a:xfrm>
            <a:off x="7324344" y="2670048"/>
            <a:ext cx="100584" cy="118872"/>
          </a:xfrm>
          <a:prstGeom prst="roundRect">
            <a:avLst>
              <a:gd name="adj" fmla="val 22727"/>
            </a:avLst>
          </a:prstGeom>
          <a:solidFill>
            <a:srgbClr val="DEDEDE"/>
          </a:solidFill>
          <a:ln w="12700">
            <a:solidFill>
              <a:srgbClr val="DEDEDE">
                <a:alpha val="0"/>
              </a:srgbClr>
            </a:solidFill>
            <a:prstDash val="solid"/>
          </a:ln>
        </p:spPr>
      </p:sp>
      <p:sp>
        <p:nvSpPr>
          <p:cNvPr id="112" name="Shape 109"/>
          <p:cNvSpPr/>
          <p:nvPr/>
        </p:nvSpPr>
        <p:spPr>
          <a:xfrm>
            <a:off x="7479792" y="2670048"/>
            <a:ext cx="100584" cy="118872"/>
          </a:xfrm>
          <a:prstGeom prst="roundRect">
            <a:avLst>
              <a:gd name="adj" fmla="val 22727"/>
            </a:avLst>
          </a:prstGeom>
          <a:solidFill>
            <a:srgbClr val="DEDEDE"/>
          </a:solidFill>
          <a:ln w="12700">
            <a:solidFill>
              <a:srgbClr val="DEDEDE">
                <a:alpha val="0"/>
              </a:srgbClr>
            </a:solidFill>
            <a:prstDash val="solid"/>
          </a:ln>
        </p:spPr>
      </p:sp>
      <p:sp>
        <p:nvSpPr>
          <p:cNvPr id="113" name="Shape 110"/>
          <p:cNvSpPr/>
          <p:nvPr/>
        </p:nvSpPr>
        <p:spPr>
          <a:xfrm>
            <a:off x="7635240" y="2670048"/>
            <a:ext cx="100584" cy="118872"/>
          </a:xfrm>
          <a:prstGeom prst="roundRect">
            <a:avLst>
              <a:gd name="adj" fmla="val 22727"/>
            </a:avLst>
          </a:prstGeom>
          <a:solidFill>
            <a:srgbClr val="DEDEDE"/>
          </a:solidFill>
          <a:ln w="12700">
            <a:solidFill>
              <a:srgbClr val="DEDEDE">
                <a:alpha val="0"/>
              </a:srgbClr>
            </a:solidFill>
            <a:prstDash val="solid"/>
          </a:ln>
        </p:spPr>
      </p:sp>
      <p:sp>
        <p:nvSpPr>
          <p:cNvPr id="114" name="Shape 111"/>
          <p:cNvSpPr/>
          <p:nvPr/>
        </p:nvSpPr>
        <p:spPr>
          <a:xfrm>
            <a:off x="7790688" y="2670048"/>
            <a:ext cx="100584" cy="118872"/>
          </a:xfrm>
          <a:prstGeom prst="roundRect">
            <a:avLst>
              <a:gd name="adj" fmla="val 22727"/>
            </a:avLst>
          </a:prstGeom>
          <a:solidFill>
            <a:srgbClr val="B11F4B"/>
          </a:solidFill>
          <a:ln w="12700">
            <a:solidFill>
              <a:srgbClr val="B11F4B">
                <a:alpha val="0"/>
              </a:srgbClr>
            </a:solidFill>
            <a:prstDash val="solid"/>
          </a:ln>
        </p:spPr>
      </p:sp>
      <p:sp>
        <p:nvSpPr>
          <p:cNvPr id="115" name="Shape 112"/>
          <p:cNvSpPr/>
          <p:nvPr/>
        </p:nvSpPr>
        <p:spPr>
          <a:xfrm>
            <a:off x="7946136" y="2670048"/>
            <a:ext cx="100584" cy="118872"/>
          </a:xfrm>
          <a:prstGeom prst="roundRect">
            <a:avLst>
              <a:gd name="adj" fmla="val 22727"/>
            </a:avLst>
          </a:prstGeom>
          <a:solidFill>
            <a:srgbClr val="DEDEDE"/>
          </a:solidFill>
          <a:ln w="12700">
            <a:solidFill>
              <a:srgbClr val="DEDEDE">
                <a:alpha val="0"/>
              </a:srgbClr>
            </a:solidFill>
            <a:prstDash val="solid"/>
          </a:ln>
        </p:spPr>
      </p:sp>
      <p:sp>
        <p:nvSpPr>
          <p:cNvPr id="116" name="Shape 113"/>
          <p:cNvSpPr/>
          <p:nvPr/>
        </p:nvSpPr>
        <p:spPr>
          <a:xfrm>
            <a:off x="8101584" y="2670048"/>
            <a:ext cx="100584" cy="118872"/>
          </a:xfrm>
          <a:prstGeom prst="roundRect">
            <a:avLst>
              <a:gd name="adj" fmla="val 22727"/>
            </a:avLst>
          </a:prstGeom>
          <a:solidFill>
            <a:srgbClr val="DEDEDE"/>
          </a:solidFill>
          <a:ln w="12700">
            <a:solidFill>
              <a:srgbClr val="DEDEDE">
                <a:alpha val="0"/>
              </a:srgbClr>
            </a:solidFill>
            <a:prstDash val="solid"/>
          </a:ln>
        </p:spPr>
      </p:sp>
      <p:sp>
        <p:nvSpPr>
          <p:cNvPr id="117" name="Shape 114"/>
          <p:cNvSpPr/>
          <p:nvPr/>
        </p:nvSpPr>
        <p:spPr>
          <a:xfrm>
            <a:off x="8257032" y="2670048"/>
            <a:ext cx="100584" cy="118872"/>
          </a:xfrm>
          <a:prstGeom prst="roundRect">
            <a:avLst>
              <a:gd name="adj" fmla="val 22727"/>
            </a:avLst>
          </a:prstGeom>
          <a:solidFill>
            <a:srgbClr val="DEDEDE"/>
          </a:solidFill>
          <a:ln w="12700">
            <a:solidFill>
              <a:srgbClr val="DEDEDE">
                <a:alpha val="0"/>
              </a:srgbClr>
            </a:solidFill>
            <a:prstDash val="solid"/>
          </a:ln>
        </p:spPr>
      </p:sp>
      <p:sp>
        <p:nvSpPr>
          <p:cNvPr id="118" name="Shape 115"/>
          <p:cNvSpPr/>
          <p:nvPr/>
        </p:nvSpPr>
        <p:spPr>
          <a:xfrm>
            <a:off x="8412480" y="2670048"/>
            <a:ext cx="100584" cy="118872"/>
          </a:xfrm>
          <a:prstGeom prst="roundRect">
            <a:avLst>
              <a:gd name="adj" fmla="val 22727"/>
            </a:avLst>
          </a:prstGeom>
          <a:solidFill>
            <a:srgbClr val="DEDEDE"/>
          </a:solidFill>
          <a:ln w="12700">
            <a:solidFill>
              <a:srgbClr val="DEDEDE">
                <a:alpha val="0"/>
              </a:srgbClr>
            </a:solidFill>
            <a:prstDash val="solid"/>
          </a:ln>
        </p:spPr>
      </p:sp>
      <p:sp>
        <p:nvSpPr>
          <p:cNvPr id="119" name="Shape 116"/>
          <p:cNvSpPr/>
          <p:nvPr/>
        </p:nvSpPr>
        <p:spPr>
          <a:xfrm>
            <a:off x="8567928" y="2670048"/>
            <a:ext cx="100584" cy="118872"/>
          </a:xfrm>
          <a:prstGeom prst="roundRect">
            <a:avLst>
              <a:gd name="adj" fmla="val 22727"/>
            </a:avLst>
          </a:prstGeom>
          <a:solidFill>
            <a:srgbClr val="B11F4B"/>
          </a:solidFill>
          <a:ln w="12700">
            <a:solidFill>
              <a:srgbClr val="B11F4B">
                <a:alpha val="0"/>
              </a:srgbClr>
            </a:solidFill>
            <a:prstDash val="solid"/>
          </a:ln>
        </p:spPr>
      </p:sp>
      <p:sp>
        <p:nvSpPr>
          <p:cNvPr id="120" name="Shape 117"/>
          <p:cNvSpPr/>
          <p:nvPr/>
        </p:nvSpPr>
        <p:spPr>
          <a:xfrm>
            <a:off x="8723376" y="2670048"/>
            <a:ext cx="100584" cy="118872"/>
          </a:xfrm>
          <a:prstGeom prst="roundRect">
            <a:avLst>
              <a:gd name="adj" fmla="val 22727"/>
            </a:avLst>
          </a:prstGeom>
          <a:solidFill>
            <a:srgbClr val="DEDEDE"/>
          </a:solidFill>
          <a:ln w="12700">
            <a:solidFill>
              <a:srgbClr val="DEDEDE">
                <a:alpha val="0"/>
              </a:srgbClr>
            </a:solidFill>
            <a:prstDash val="solid"/>
          </a:ln>
        </p:spPr>
      </p:sp>
      <p:sp>
        <p:nvSpPr>
          <p:cNvPr id="121" name="Shape 118"/>
          <p:cNvSpPr/>
          <p:nvPr/>
        </p:nvSpPr>
        <p:spPr>
          <a:xfrm>
            <a:off x="8878824" y="2670048"/>
            <a:ext cx="100584" cy="118872"/>
          </a:xfrm>
          <a:prstGeom prst="roundRect">
            <a:avLst>
              <a:gd name="adj" fmla="val 22727"/>
            </a:avLst>
          </a:prstGeom>
          <a:solidFill>
            <a:srgbClr val="DEDEDE"/>
          </a:solidFill>
          <a:ln w="12700">
            <a:solidFill>
              <a:srgbClr val="DEDEDE">
                <a:alpha val="0"/>
              </a:srgbClr>
            </a:solidFill>
            <a:prstDash val="solid"/>
          </a:ln>
        </p:spPr>
      </p:sp>
      <p:sp>
        <p:nvSpPr>
          <p:cNvPr id="122" name="Shape 119"/>
          <p:cNvSpPr/>
          <p:nvPr/>
        </p:nvSpPr>
        <p:spPr>
          <a:xfrm>
            <a:off x="9034272" y="2670048"/>
            <a:ext cx="100584" cy="118872"/>
          </a:xfrm>
          <a:prstGeom prst="roundRect">
            <a:avLst>
              <a:gd name="adj" fmla="val 22727"/>
            </a:avLst>
          </a:prstGeom>
          <a:solidFill>
            <a:srgbClr val="DEDEDE"/>
          </a:solidFill>
          <a:ln w="12700">
            <a:solidFill>
              <a:srgbClr val="DEDEDE">
                <a:alpha val="0"/>
              </a:srgbClr>
            </a:solidFill>
            <a:prstDash val="solid"/>
          </a:ln>
        </p:spPr>
      </p:sp>
      <p:sp>
        <p:nvSpPr>
          <p:cNvPr id="123" name="Shape 120"/>
          <p:cNvSpPr/>
          <p:nvPr/>
        </p:nvSpPr>
        <p:spPr>
          <a:xfrm>
            <a:off x="9189720" y="2670048"/>
            <a:ext cx="100584" cy="118872"/>
          </a:xfrm>
          <a:prstGeom prst="roundRect">
            <a:avLst>
              <a:gd name="adj" fmla="val 22727"/>
            </a:avLst>
          </a:prstGeom>
          <a:solidFill>
            <a:srgbClr val="DEDEDE"/>
          </a:solidFill>
          <a:ln w="12700">
            <a:solidFill>
              <a:srgbClr val="DEDEDE">
                <a:alpha val="0"/>
              </a:srgbClr>
            </a:solidFill>
            <a:prstDash val="solid"/>
          </a:ln>
        </p:spPr>
      </p:sp>
      <p:sp>
        <p:nvSpPr>
          <p:cNvPr id="124" name="Shape 121"/>
          <p:cNvSpPr/>
          <p:nvPr/>
        </p:nvSpPr>
        <p:spPr>
          <a:xfrm>
            <a:off x="9345168" y="2670048"/>
            <a:ext cx="100584" cy="118872"/>
          </a:xfrm>
          <a:prstGeom prst="roundRect">
            <a:avLst>
              <a:gd name="adj" fmla="val 22727"/>
            </a:avLst>
          </a:prstGeom>
          <a:solidFill>
            <a:srgbClr val="B11F4B"/>
          </a:solidFill>
          <a:ln w="12700">
            <a:solidFill>
              <a:srgbClr val="B11F4B">
                <a:alpha val="0"/>
              </a:srgbClr>
            </a:solidFill>
            <a:prstDash val="solid"/>
          </a:ln>
        </p:spPr>
      </p:sp>
      <p:sp>
        <p:nvSpPr>
          <p:cNvPr id="125" name="Shape 122"/>
          <p:cNvSpPr/>
          <p:nvPr/>
        </p:nvSpPr>
        <p:spPr>
          <a:xfrm>
            <a:off x="9500616" y="2670048"/>
            <a:ext cx="100584" cy="118872"/>
          </a:xfrm>
          <a:prstGeom prst="roundRect">
            <a:avLst>
              <a:gd name="adj" fmla="val 22727"/>
            </a:avLst>
          </a:prstGeom>
          <a:solidFill>
            <a:srgbClr val="DEDEDE"/>
          </a:solidFill>
          <a:ln w="12700">
            <a:solidFill>
              <a:srgbClr val="DEDEDE">
                <a:alpha val="0"/>
              </a:srgbClr>
            </a:solidFill>
            <a:prstDash val="solid"/>
          </a:ln>
        </p:spPr>
      </p:sp>
      <p:sp>
        <p:nvSpPr>
          <p:cNvPr id="126" name="Shape 123"/>
          <p:cNvSpPr/>
          <p:nvPr/>
        </p:nvSpPr>
        <p:spPr>
          <a:xfrm>
            <a:off x="9656064" y="2670048"/>
            <a:ext cx="100584" cy="118872"/>
          </a:xfrm>
          <a:prstGeom prst="roundRect">
            <a:avLst>
              <a:gd name="adj" fmla="val 22727"/>
            </a:avLst>
          </a:prstGeom>
          <a:solidFill>
            <a:srgbClr val="DEDEDE"/>
          </a:solidFill>
          <a:ln w="12700">
            <a:solidFill>
              <a:srgbClr val="DEDEDE">
                <a:alpha val="0"/>
              </a:srgbClr>
            </a:solidFill>
            <a:prstDash val="solid"/>
          </a:ln>
        </p:spPr>
      </p:sp>
      <p:sp>
        <p:nvSpPr>
          <p:cNvPr id="127" name="Shape 124"/>
          <p:cNvSpPr/>
          <p:nvPr/>
        </p:nvSpPr>
        <p:spPr>
          <a:xfrm>
            <a:off x="9811512" y="2670048"/>
            <a:ext cx="100584" cy="118872"/>
          </a:xfrm>
          <a:prstGeom prst="roundRect">
            <a:avLst>
              <a:gd name="adj" fmla="val 22727"/>
            </a:avLst>
          </a:prstGeom>
          <a:solidFill>
            <a:srgbClr val="DEDEDE"/>
          </a:solidFill>
          <a:ln w="12700">
            <a:solidFill>
              <a:srgbClr val="DEDEDE">
                <a:alpha val="0"/>
              </a:srgbClr>
            </a:solidFill>
            <a:prstDash val="solid"/>
          </a:ln>
        </p:spPr>
      </p:sp>
      <p:sp>
        <p:nvSpPr>
          <p:cNvPr id="128" name="Shape 125"/>
          <p:cNvSpPr/>
          <p:nvPr/>
        </p:nvSpPr>
        <p:spPr>
          <a:xfrm>
            <a:off x="9966960" y="2670048"/>
            <a:ext cx="100584" cy="118872"/>
          </a:xfrm>
          <a:prstGeom prst="roundRect">
            <a:avLst>
              <a:gd name="adj" fmla="val 22727"/>
            </a:avLst>
          </a:prstGeom>
          <a:solidFill>
            <a:srgbClr val="DEDEDE"/>
          </a:solidFill>
          <a:ln w="12700">
            <a:solidFill>
              <a:srgbClr val="DEDEDE">
                <a:alpha val="0"/>
              </a:srgbClr>
            </a:solidFill>
            <a:prstDash val="solid"/>
          </a:ln>
        </p:spPr>
      </p:sp>
      <p:sp>
        <p:nvSpPr>
          <p:cNvPr id="129" name="Shape 126"/>
          <p:cNvSpPr/>
          <p:nvPr/>
        </p:nvSpPr>
        <p:spPr>
          <a:xfrm>
            <a:off x="10122408" y="2670048"/>
            <a:ext cx="100584" cy="118872"/>
          </a:xfrm>
          <a:prstGeom prst="roundRect">
            <a:avLst>
              <a:gd name="adj" fmla="val 22727"/>
            </a:avLst>
          </a:prstGeom>
          <a:solidFill>
            <a:srgbClr val="B11F4B"/>
          </a:solidFill>
          <a:ln w="12700">
            <a:solidFill>
              <a:srgbClr val="B11F4B">
                <a:alpha val="0"/>
              </a:srgbClr>
            </a:solidFill>
            <a:prstDash val="solid"/>
          </a:ln>
        </p:spPr>
      </p:sp>
      <p:sp>
        <p:nvSpPr>
          <p:cNvPr id="130" name="Shape 127"/>
          <p:cNvSpPr/>
          <p:nvPr/>
        </p:nvSpPr>
        <p:spPr>
          <a:xfrm>
            <a:off x="10277856" y="2670048"/>
            <a:ext cx="100584" cy="118872"/>
          </a:xfrm>
          <a:prstGeom prst="roundRect">
            <a:avLst>
              <a:gd name="adj" fmla="val 22727"/>
            </a:avLst>
          </a:prstGeom>
          <a:solidFill>
            <a:srgbClr val="DEDEDE"/>
          </a:solidFill>
          <a:ln w="12700">
            <a:solidFill>
              <a:srgbClr val="DEDEDE">
                <a:alpha val="0"/>
              </a:srgbClr>
            </a:solidFill>
            <a:prstDash val="solid"/>
          </a:ln>
        </p:spPr>
      </p:sp>
      <p:sp>
        <p:nvSpPr>
          <p:cNvPr id="131" name="Shape 128"/>
          <p:cNvSpPr/>
          <p:nvPr/>
        </p:nvSpPr>
        <p:spPr>
          <a:xfrm>
            <a:off x="10433304" y="2670048"/>
            <a:ext cx="100584" cy="118872"/>
          </a:xfrm>
          <a:prstGeom prst="roundRect">
            <a:avLst>
              <a:gd name="adj" fmla="val 22727"/>
            </a:avLst>
          </a:prstGeom>
          <a:solidFill>
            <a:srgbClr val="DEDEDE"/>
          </a:solidFill>
          <a:ln w="12700">
            <a:solidFill>
              <a:srgbClr val="DEDEDE">
                <a:alpha val="0"/>
              </a:srgbClr>
            </a:solidFill>
            <a:prstDash val="solid"/>
          </a:ln>
        </p:spPr>
      </p:sp>
      <p:sp>
        <p:nvSpPr>
          <p:cNvPr id="132" name="Shape 129"/>
          <p:cNvSpPr/>
          <p:nvPr/>
        </p:nvSpPr>
        <p:spPr>
          <a:xfrm>
            <a:off x="10588752" y="2670048"/>
            <a:ext cx="100584" cy="118872"/>
          </a:xfrm>
          <a:prstGeom prst="roundRect">
            <a:avLst>
              <a:gd name="adj" fmla="val 22727"/>
            </a:avLst>
          </a:prstGeom>
          <a:solidFill>
            <a:srgbClr val="DEDEDE"/>
          </a:solidFill>
          <a:ln w="12700">
            <a:solidFill>
              <a:srgbClr val="DEDEDE">
                <a:alpha val="0"/>
              </a:srgbClr>
            </a:solidFill>
            <a:prstDash val="solid"/>
          </a:ln>
        </p:spPr>
      </p:sp>
      <p:sp>
        <p:nvSpPr>
          <p:cNvPr id="133" name="Shape 130"/>
          <p:cNvSpPr/>
          <p:nvPr/>
        </p:nvSpPr>
        <p:spPr>
          <a:xfrm>
            <a:off x="10744200" y="2670048"/>
            <a:ext cx="100584" cy="118872"/>
          </a:xfrm>
          <a:prstGeom prst="roundRect">
            <a:avLst>
              <a:gd name="adj" fmla="val 22727"/>
            </a:avLst>
          </a:prstGeom>
          <a:solidFill>
            <a:srgbClr val="DEDEDE"/>
          </a:solidFill>
          <a:ln w="12700">
            <a:solidFill>
              <a:srgbClr val="DEDEDE">
                <a:alpha val="0"/>
              </a:srgbClr>
            </a:solidFill>
            <a:prstDash val="solid"/>
          </a:ln>
        </p:spPr>
      </p:sp>
      <p:sp>
        <p:nvSpPr>
          <p:cNvPr id="134" name="Shape 131"/>
          <p:cNvSpPr/>
          <p:nvPr/>
        </p:nvSpPr>
        <p:spPr>
          <a:xfrm>
            <a:off x="7013448" y="2857500"/>
            <a:ext cx="100584" cy="118872"/>
          </a:xfrm>
          <a:prstGeom prst="roundRect">
            <a:avLst>
              <a:gd name="adj" fmla="val 22727"/>
            </a:avLst>
          </a:prstGeom>
          <a:solidFill>
            <a:srgbClr val="B11F4B"/>
          </a:solidFill>
          <a:ln w="12700">
            <a:solidFill>
              <a:srgbClr val="B11F4B">
                <a:alpha val="0"/>
              </a:srgbClr>
            </a:solidFill>
            <a:prstDash val="solid"/>
          </a:ln>
        </p:spPr>
      </p:sp>
      <p:sp>
        <p:nvSpPr>
          <p:cNvPr id="135" name="Shape 132"/>
          <p:cNvSpPr/>
          <p:nvPr/>
        </p:nvSpPr>
        <p:spPr>
          <a:xfrm>
            <a:off x="7168896" y="2857500"/>
            <a:ext cx="100584" cy="118872"/>
          </a:xfrm>
          <a:prstGeom prst="roundRect">
            <a:avLst>
              <a:gd name="adj" fmla="val 22727"/>
            </a:avLst>
          </a:prstGeom>
          <a:solidFill>
            <a:srgbClr val="DEDEDE"/>
          </a:solidFill>
          <a:ln w="12700">
            <a:solidFill>
              <a:srgbClr val="DEDEDE">
                <a:alpha val="0"/>
              </a:srgbClr>
            </a:solidFill>
            <a:prstDash val="solid"/>
          </a:ln>
        </p:spPr>
      </p:sp>
      <p:sp>
        <p:nvSpPr>
          <p:cNvPr id="136" name="Shape 133"/>
          <p:cNvSpPr/>
          <p:nvPr/>
        </p:nvSpPr>
        <p:spPr>
          <a:xfrm>
            <a:off x="7324344" y="2857500"/>
            <a:ext cx="100584" cy="118872"/>
          </a:xfrm>
          <a:prstGeom prst="roundRect">
            <a:avLst>
              <a:gd name="adj" fmla="val 22727"/>
            </a:avLst>
          </a:prstGeom>
          <a:solidFill>
            <a:srgbClr val="DEDEDE"/>
          </a:solidFill>
          <a:ln w="12700">
            <a:solidFill>
              <a:srgbClr val="DEDEDE">
                <a:alpha val="0"/>
              </a:srgbClr>
            </a:solidFill>
            <a:prstDash val="solid"/>
          </a:ln>
        </p:spPr>
      </p:sp>
      <p:sp>
        <p:nvSpPr>
          <p:cNvPr id="137" name="Shape 134"/>
          <p:cNvSpPr/>
          <p:nvPr/>
        </p:nvSpPr>
        <p:spPr>
          <a:xfrm>
            <a:off x="7479792" y="2857500"/>
            <a:ext cx="100584" cy="118872"/>
          </a:xfrm>
          <a:prstGeom prst="roundRect">
            <a:avLst>
              <a:gd name="adj" fmla="val 22727"/>
            </a:avLst>
          </a:prstGeom>
          <a:solidFill>
            <a:srgbClr val="DEDEDE"/>
          </a:solidFill>
          <a:ln w="12700">
            <a:solidFill>
              <a:srgbClr val="DEDEDE">
                <a:alpha val="0"/>
              </a:srgbClr>
            </a:solidFill>
            <a:prstDash val="solid"/>
          </a:ln>
        </p:spPr>
      </p:sp>
      <p:sp>
        <p:nvSpPr>
          <p:cNvPr id="138" name="Shape 135"/>
          <p:cNvSpPr/>
          <p:nvPr/>
        </p:nvSpPr>
        <p:spPr>
          <a:xfrm>
            <a:off x="7635240" y="2857500"/>
            <a:ext cx="100584" cy="118872"/>
          </a:xfrm>
          <a:prstGeom prst="roundRect">
            <a:avLst>
              <a:gd name="adj" fmla="val 22727"/>
            </a:avLst>
          </a:prstGeom>
          <a:solidFill>
            <a:srgbClr val="DEDEDE"/>
          </a:solidFill>
          <a:ln w="12700">
            <a:solidFill>
              <a:srgbClr val="DEDEDE">
                <a:alpha val="0"/>
              </a:srgbClr>
            </a:solidFill>
            <a:prstDash val="solid"/>
          </a:ln>
        </p:spPr>
      </p:sp>
      <p:sp>
        <p:nvSpPr>
          <p:cNvPr id="139" name="Shape 136"/>
          <p:cNvSpPr/>
          <p:nvPr/>
        </p:nvSpPr>
        <p:spPr>
          <a:xfrm>
            <a:off x="7790688" y="2857500"/>
            <a:ext cx="100584" cy="118872"/>
          </a:xfrm>
          <a:prstGeom prst="roundRect">
            <a:avLst>
              <a:gd name="adj" fmla="val 22727"/>
            </a:avLst>
          </a:prstGeom>
          <a:solidFill>
            <a:srgbClr val="B11F4B"/>
          </a:solidFill>
          <a:ln w="12700">
            <a:solidFill>
              <a:srgbClr val="B11F4B">
                <a:alpha val="0"/>
              </a:srgbClr>
            </a:solidFill>
            <a:prstDash val="solid"/>
          </a:ln>
        </p:spPr>
      </p:sp>
      <p:sp>
        <p:nvSpPr>
          <p:cNvPr id="140" name="Shape 137"/>
          <p:cNvSpPr/>
          <p:nvPr/>
        </p:nvSpPr>
        <p:spPr>
          <a:xfrm>
            <a:off x="7946136" y="2857500"/>
            <a:ext cx="100584" cy="118872"/>
          </a:xfrm>
          <a:prstGeom prst="roundRect">
            <a:avLst>
              <a:gd name="adj" fmla="val 22727"/>
            </a:avLst>
          </a:prstGeom>
          <a:solidFill>
            <a:srgbClr val="DEDEDE"/>
          </a:solidFill>
          <a:ln w="12700">
            <a:solidFill>
              <a:srgbClr val="DEDEDE">
                <a:alpha val="0"/>
              </a:srgbClr>
            </a:solidFill>
            <a:prstDash val="solid"/>
          </a:ln>
        </p:spPr>
      </p:sp>
      <p:sp>
        <p:nvSpPr>
          <p:cNvPr id="141" name="Shape 138"/>
          <p:cNvSpPr/>
          <p:nvPr/>
        </p:nvSpPr>
        <p:spPr>
          <a:xfrm>
            <a:off x="8101584" y="2857500"/>
            <a:ext cx="100584" cy="118872"/>
          </a:xfrm>
          <a:prstGeom prst="roundRect">
            <a:avLst>
              <a:gd name="adj" fmla="val 22727"/>
            </a:avLst>
          </a:prstGeom>
          <a:solidFill>
            <a:srgbClr val="DEDEDE"/>
          </a:solidFill>
          <a:ln w="12700">
            <a:solidFill>
              <a:srgbClr val="DEDEDE">
                <a:alpha val="0"/>
              </a:srgbClr>
            </a:solidFill>
            <a:prstDash val="solid"/>
          </a:ln>
        </p:spPr>
      </p:sp>
      <p:sp>
        <p:nvSpPr>
          <p:cNvPr id="142" name="Shape 139"/>
          <p:cNvSpPr/>
          <p:nvPr/>
        </p:nvSpPr>
        <p:spPr>
          <a:xfrm>
            <a:off x="8257032" y="2857500"/>
            <a:ext cx="100584" cy="118872"/>
          </a:xfrm>
          <a:prstGeom prst="roundRect">
            <a:avLst>
              <a:gd name="adj" fmla="val 22727"/>
            </a:avLst>
          </a:prstGeom>
          <a:solidFill>
            <a:srgbClr val="DEDEDE"/>
          </a:solidFill>
          <a:ln w="12700">
            <a:solidFill>
              <a:srgbClr val="DEDEDE">
                <a:alpha val="0"/>
              </a:srgbClr>
            </a:solidFill>
            <a:prstDash val="solid"/>
          </a:ln>
        </p:spPr>
      </p:sp>
      <p:sp>
        <p:nvSpPr>
          <p:cNvPr id="143" name="Shape 140"/>
          <p:cNvSpPr/>
          <p:nvPr/>
        </p:nvSpPr>
        <p:spPr>
          <a:xfrm>
            <a:off x="8412480" y="2857500"/>
            <a:ext cx="100584" cy="118872"/>
          </a:xfrm>
          <a:prstGeom prst="roundRect">
            <a:avLst>
              <a:gd name="adj" fmla="val 22727"/>
            </a:avLst>
          </a:prstGeom>
          <a:solidFill>
            <a:srgbClr val="DEDEDE"/>
          </a:solidFill>
          <a:ln w="12700">
            <a:solidFill>
              <a:srgbClr val="DEDEDE">
                <a:alpha val="0"/>
              </a:srgbClr>
            </a:solidFill>
            <a:prstDash val="solid"/>
          </a:ln>
        </p:spPr>
      </p:sp>
      <p:sp>
        <p:nvSpPr>
          <p:cNvPr id="144" name="Shape 141"/>
          <p:cNvSpPr/>
          <p:nvPr/>
        </p:nvSpPr>
        <p:spPr>
          <a:xfrm>
            <a:off x="8567928" y="2857500"/>
            <a:ext cx="100584" cy="118872"/>
          </a:xfrm>
          <a:prstGeom prst="roundRect">
            <a:avLst>
              <a:gd name="adj" fmla="val 22727"/>
            </a:avLst>
          </a:prstGeom>
          <a:solidFill>
            <a:srgbClr val="B11F4B"/>
          </a:solidFill>
          <a:ln w="12700">
            <a:solidFill>
              <a:srgbClr val="B11F4B">
                <a:alpha val="0"/>
              </a:srgbClr>
            </a:solidFill>
            <a:prstDash val="solid"/>
          </a:ln>
        </p:spPr>
      </p:sp>
      <p:sp>
        <p:nvSpPr>
          <p:cNvPr id="145" name="Shape 142"/>
          <p:cNvSpPr/>
          <p:nvPr/>
        </p:nvSpPr>
        <p:spPr>
          <a:xfrm>
            <a:off x="8723376" y="2857500"/>
            <a:ext cx="100584" cy="118872"/>
          </a:xfrm>
          <a:prstGeom prst="roundRect">
            <a:avLst>
              <a:gd name="adj" fmla="val 22727"/>
            </a:avLst>
          </a:prstGeom>
          <a:solidFill>
            <a:srgbClr val="DEDEDE"/>
          </a:solidFill>
          <a:ln w="12700">
            <a:solidFill>
              <a:srgbClr val="DEDEDE">
                <a:alpha val="0"/>
              </a:srgbClr>
            </a:solidFill>
            <a:prstDash val="solid"/>
          </a:ln>
        </p:spPr>
      </p:sp>
      <p:sp>
        <p:nvSpPr>
          <p:cNvPr id="146" name="Shape 143"/>
          <p:cNvSpPr/>
          <p:nvPr/>
        </p:nvSpPr>
        <p:spPr>
          <a:xfrm>
            <a:off x="8878824" y="2857500"/>
            <a:ext cx="100584" cy="118872"/>
          </a:xfrm>
          <a:prstGeom prst="roundRect">
            <a:avLst>
              <a:gd name="adj" fmla="val 22727"/>
            </a:avLst>
          </a:prstGeom>
          <a:solidFill>
            <a:srgbClr val="DEDEDE"/>
          </a:solidFill>
          <a:ln w="12700">
            <a:solidFill>
              <a:srgbClr val="DEDEDE">
                <a:alpha val="0"/>
              </a:srgbClr>
            </a:solidFill>
            <a:prstDash val="solid"/>
          </a:ln>
        </p:spPr>
      </p:sp>
      <p:sp>
        <p:nvSpPr>
          <p:cNvPr id="147" name="Shape 144"/>
          <p:cNvSpPr/>
          <p:nvPr/>
        </p:nvSpPr>
        <p:spPr>
          <a:xfrm>
            <a:off x="9034272" y="2857500"/>
            <a:ext cx="100584" cy="118872"/>
          </a:xfrm>
          <a:prstGeom prst="roundRect">
            <a:avLst>
              <a:gd name="adj" fmla="val 22727"/>
            </a:avLst>
          </a:prstGeom>
          <a:solidFill>
            <a:srgbClr val="DEDEDE"/>
          </a:solidFill>
          <a:ln w="12700">
            <a:solidFill>
              <a:srgbClr val="DEDEDE">
                <a:alpha val="0"/>
              </a:srgbClr>
            </a:solidFill>
            <a:prstDash val="solid"/>
          </a:ln>
        </p:spPr>
      </p:sp>
      <p:sp>
        <p:nvSpPr>
          <p:cNvPr id="148" name="Shape 145"/>
          <p:cNvSpPr/>
          <p:nvPr/>
        </p:nvSpPr>
        <p:spPr>
          <a:xfrm>
            <a:off x="9189720" y="2857500"/>
            <a:ext cx="100584" cy="118872"/>
          </a:xfrm>
          <a:prstGeom prst="roundRect">
            <a:avLst>
              <a:gd name="adj" fmla="val 22727"/>
            </a:avLst>
          </a:prstGeom>
          <a:solidFill>
            <a:srgbClr val="DEDEDE"/>
          </a:solidFill>
          <a:ln w="12700">
            <a:solidFill>
              <a:srgbClr val="DEDEDE">
                <a:alpha val="0"/>
              </a:srgbClr>
            </a:solidFill>
            <a:prstDash val="solid"/>
          </a:ln>
        </p:spPr>
      </p:sp>
      <p:sp>
        <p:nvSpPr>
          <p:cNvPr id="149" name="Shape 146"/>
          <p:cNvSpPr/>
          <p:nvPr/>
        </p:nvSpPr>
        <p:spPr>
          <a:xfrm>
            <a:off x="9345168" y="2857500"/>
            <a:ext cx="100584" cy="118872"/>
          </a:xfrm>
          <a:prstGeom prst="roundRect">
            <a:avLst>
              <a:gd name="adj" fmla="val 22727"/>
            </a:avLst>
          </a:prstGeom>
          <a:solidFill>
            <a:srgbClr val="B11F4B"/>
          </a:solidFill>
          <a:ln w="12700">
            <a:solidFill>
              <a:srgbClr val="B11F4B">
                <a:alpha val="0"/>
              </a:srgbClr>
            </a:solidFill>
            <a:prstDash val="solid"/>
          </a:ln>
        </p:spPr>
      </p:sp>
      <p:sp>
        <p:nvSpPr>
          <p:cNvPr id="150" name="Shape 147"/>
          <p:cNvSpPr/>
          <p:nvPr/>
        </p:nvSpPr>
        <p:spPr>
          <a:xfrm>
            <a:off x="9500616" y="2857500"/>
            <a:ext cx="100584" cy="118872"/>
          </a:xfrm>
          <a:prstGeom prst="roundRect">
            <a:avLst>
              <a:gd name="adj" fmla="val 22727"/>
            </a:avLst>
          </a:prstGeom>
          <a:solidFill>
            <a:srgbClr val="DEDEDE"/>
          </a:solidFill>
          <a:ln w="12700">
            <a:solidFill>
              <a:srgbClr val="DEDEDE">
                <a:alpha val="0"/>
              </a:srgbClr>
            </a:solidFill>
            <a:prstDash val="solid"/>
          </a:ln>
        </p:spPr>
      </p:sp>
      <p:sp>
        <p:nvSpPr>
          <p:cNvPr id="151" name="Shape 148"/>
          <p:cNvSpPr/>
          <p:nvPr/>
        </p:nvSpPr>
        <p:spPr>
          <a:xfrm>
            <a:off x="9656064" y="2857500"/>
            <a:ext cx="100584" cy="118872"/>
          </a:xfrm>
          <a:prstGeom prst="roundRect">
            <a:avLst>
              <a:gd name="adj" fmla="val 22727"/>
            </a:avLst>
          </a:prstGeom>
          <a:solidFill>
            <a:srgbClr val="DEDEDE"/>
          </a:solidFill>
          <a:ln w="12700">
            <a:solidFill>
              <a:srgbClr val="DEDEDE">
                <a:alpha val="0"/>
              </a:srgbClr>
            </a:solidFill>
            <a:prstDash val="solid"/>
          </a:ln>
        </p:spPr>
      </p:sp>
      <p:sp>
        <p:nvSpPr>
          <p:cNvPr id="152" name="Shape 149"/>
          <p:cNvSpPr/>
          <p:nvPr/>
        </p:nvSpPr>
        <p:spPr>
          <a:xfrm>
            <a:off x="9811512" y="2857500"/>
            <a:ext cx="100584" cy="118872"/>
          </a:xfrm>
          <a:prstGeom prst="roundRect">
            <a:avLst>
              <a:gd name="adj" fmla="val 22727"/>
            </a:avLst>
          </a:prstGeom>
          <a:solidFill>
            <a:srgbClr val="DEDEDE"/>
          </a:solidFill>
          <a:ln w="12700">
            <a:solidFill>
              <a:srgbClr val="DEDEDE">
                <a:alpha val="0"/>
              </a:srgbClr>
            </a:solidFill>
            <a:prstDash val="solid"/>
          </a:ln>
        </p:spPr>
      </p:sp>
      <p:sp>
        <p:nvSpPr>
          <p:cNvPr id="153" name="Shape 150"/>
          <p:cNvSpPr/>
          <p:nvPr/>
        </p:nvSpPr>
        <p:spPr>
          <a:xfrm>
            <a:off x="9966960" y="2857500"/>
            <a:ext cx="100584" cy="118872"/>
          </a:xfrm>
          <a:prstGeom prst="roundRect">
            <a:avLst>
              <a:gd name="adj" fmla="val 22727"/>
            </a:avLst>
          </a:prstGeom>
          <a:solidFill>
            <a:srgbClr val="DEDEDE"/>
          </a:solidFill>
          <a:ln w="12700">
            <a:solidFill>
              <a:srgbClr val="DEDEDE">
                <a:alpha val="0"/>
              </a:srgbClr>
            </a:solidFill>
            <a:prstDash val="solid"/>
          </a:ln>
        </p:spPr>
      </p:sp>
      <p:sp>
        <p:nvSpPr>
          <p:cNvPr id="154" name="Shape 151"/>
          <p:cNvSpPr/>
          <p:nvPr/>
        </p:nvSpPr>
        <p:spPr>
          <a:xfrm>
            <a:off x="10122408" y="2857500"/>
            <a:ext cx="100584" cy="118872"/>
          </a:xfrm>
          <a:prstGeom prst="roundRect">
            <a:avLst>
              <a:gd name="adj" fmla="val 22727"/>
            </a:avLst>
          </a:prstGeom>
          <a:solidFill>
            <a:srgbClr val="B11F4B"/>
          </a:solidFill>
          <a:ln w="12700">
            <a:solidFill>
              <a:srgbClr val="B11F4B">
                <a:alpha val="0"/>
              </a:srgbClr>
            </a:solidFill>
            <a:prstDash val="solid"/>
          </a:ln>
        </p:spPr>
      </p:sp>
      <p:sp>
        <p:nvSpPr>
          <p:cNvPr id="155" name="Shape 152"/>
          <p:cNvSpPr/>
          <p:nvPr/>
        </p:nvSpPr>
        <p:spPr>
          <a:xfrm>
            <a:off x="10277856" y="2857500"/>
            <a:ext cx="100584" cy="118872"/>
          </a:xfrm>
          <a:prstGeom prst="roundRect">
            <a:avLst>
              <a:gd name="adj" fmla="val 22727"/>
            </a:avLst>
          </a:prstGeom>
          <a:solidFill>
            <a:srgbClr val="DEDEDE"/>
          </a:solidFill>
          <a:ln w="12700">
            <a:solidFill>
              <a:srgbClr val="DEDEDE">
                <a:alpha val="0"/>
              </a:srgbClr>
            </a:solidFill>
            <a:prstDash val="solid"/>
          </a:ln>
        </p:spPr>
      </p:sp>
      <p:sp>
        <p:nvSpPr>
          <p:cNvPr id="156" name="Shape 153"/>
          <p:cNvSpPr/>
          <p:nvPr/>
        </p:nvSpPr>
        <p:spPr>
          <a:xfrm>
            <a:off x="10433304" y="2857500"/>
            <a:ext cx="100584" cy="118872"/>
          </a:xfrm>
          <a:prstGeom prst="roundRect">
            <a:avLst>
              <a:gd name="adj" fmla="val 22727"/>
            </a:avLst>
          </a:prstGeom>
          <a:solidFill>
            <a:srgbClr val="DEDEDE"/>
          </a:solidFill>
          <a:ln w="12700">
            <a:solidFill>
              <a:srgbClr val="DEDEDE">
                <a:alpha val="0"/>
              </a:srgbClr>
            </a:solidFill>
            <a:prstDash val="solid"/>
          </a:ln>
        </p:spPr>
      </p:sp>
      <p:sp>
        <p:nvSpPr>
          <p:cNvPr id="157" name="Shape 154"/>
          <p:cNvSpPr/>
          <p:nvPr/>
        </p:nvSpPr>
        <p:spPr>
          <a:xfrm>
            <a:off x="10588752" y="2857500"/>
            <a:ext cx="100584" cy="118872"/>
          </a:xfrm>
          <a:prstGeom prst="roundRect">
            <a:avLst>
              <a:gd name="adj" fmla="val 22727"/>
            </a:avLst>
          </a:prstGeom>
          <a:solidFill>
            <a:srgbClr val="DEDEDE"/>
          </a:solidFill>
          <a:ln w="12700">
            <a:solidFill>
              <a:srgbClr val="DEDEDE">
                <a:alpha val="0"/>
              </a:srgbClr>
            </a:solidFill>
            <a:prstDash val="solid"/>
          </a:ln>
        </p:spPr>
      </p:sp>
      <p:sp>
        <p:nvSpPr>
          <p:cNvPr id="158" name="Shape 155"/>
          <p:cNvSpPr/>
          <p:nvPr/>
        </p:nvSpPr>
        <p:spPr>
          <a:xfrm>
            <a:off x="10744200" y="2857500"/>
            <a:ext cx="100584" cy="118872"/>
          </a:xfrm>
          <a:prstGeom prst="roundRect">
            <a:avLst>
              <a:gd name="adj" fmla="val 22727"/>
            </a:avLst>
          </a:prstGeom>
          <a:solidFill>
            <a:srgbClr val="DEDEDE"/>
          </a:solidFill>
          <a:ln w="12700">
            <a:solidFill>
              <a:srgbClr val="DEDEDE">
                <a:alpha val="0"/>
              </a:srgbClr>
            </a:solidFill>
            <a:prstDash val="solid"/>
          </a:ln>
        </p:spPr>
      </p:sp>
      <p:sp>
        <p:nvSpPr>
          <p:cNvPr id="159" name="Shape 156"/>
          <p:cNvSpPr/>
          <p:nvPr/>
        </p:nvSpPr>
        <p:spPr>
          <a:xfrm>
            <a:off x="7013448" y="3044952"/>
            <a:ext cx="100584" cy="118872"/>
          </a:xfrm>
          <a:prstGeom prst="roundRect">
            <a:avLst>
              <a:gd name="adj" fmla="val 22727"/>
            </a:avLst>
          </a:prstGeom>
          <a:solidFill>
            <a:srgbClr val="B11F4B"/>
          </a:solidFill>
          <a:ln w="12700">
            <a:solidFill>
              <a:srgbClr val="B11F4B">
                <a:alpha val="0"/>
              </a:srgbClr>
            </a:solidFill>
            <a:prstDash val="solid"/>
          </a:ln>
        </p:spPr>
      </p:sp>
      <p:sp>
        <p:nvSpPr>
          <p:cNvPr id="160" name="Shape 157"/>
          <p:cNvSpPr/>
          <p:nvPr/>
        </p:nvSpPr>
        <p:spPr>
          <a:xfrm>
            <a:off x="7168896" y="3044952"/>
            <a:ext cx="100584" cy="118872"/>
          </a:xfrm>
          <a:prstGeom prst="roundRect">
            <a:avLst>
              <a:gd name="adj" fmla="val 22727"/>
            </a:avLst>
          </a:prstGeom>
          <a:solidFill>
            <a:srgbClr val="DEDEDE"/>
          </a:solidFill>
          <a:ln w="12700">
            <a:solidFill>
              <a:srgbClr val="DEDEDE">
                <a:alpha val="0"/>
              </a:srgbClr>
            </a:solidFill>
            <a:prstDash val="solid"/>
          </a:ln>
        </p:spPr>
      </p:sp>
      <p:sp>
        <p:nvSpPr>
          <p:cNvPr id="161" name="Shape 158"/>
          <p:cNvSpPr/>
          <p:nvPr/>
        </p:nvSpPr>
        <p:spPr>
          <a:xfrm>
            <a:off x="7324344" y="3044952"/>
            <a:ext cx="100584" cy="118872"/>
          </a:xfrm>
          <a:prstGeom prst="roundRect">
            <a:avLst>
              <a:gd name="adj" fmla="val 22727"/>
            </a:avLst>
          </a:prstGeom>
          <a:solidFill>
            <a:srgbClr val="DEDEDE"/>
          </a:solidFill>
          <a:ln w="12700">
            <a:solidFill>
              <a:srgbClr val="DEDEDE">
                <a:alpha val="0"/>
              </a:srgbClr>
            </a:solidFill>
            <a:prstDash val="solid"/>
          </a:ln>
        </p:spPr>
      </p:sp>
      <p:sp>
        <p:nvSpPr>
          <p:cNvPr id="162" name="Shape 159"/>
          <p:cNvSpPr/>
          <p:nvPr/>
        </p:nvSpPr>
        <p:spPr>
          <a:xfrm>
            <a:off x="7479792" y="3044952"/>
            <a:ext cx="100584" cy="118872"/>
          </a:xfrm>
          <a:prstGeom prst="roundRect">
            <a:avLst>
              <a:gd name="adj" fmla="val 22727"/>
            </a:avLst>
          </a:prstGeom>
          <a:solidFill>
            <a:srgbClr val="DEDEDE"/>
          </a:solidFill>
          <a:ln w="12700">
            <a:solidFill>
              <a:srgbClr val="DEDEDE">
                <a:alpha val="0"/>
              </a:srgbClr>
            </a:solidFill>
            <a:prstDash val="solid"/>
          </a:ln>
        </p:spPr>
      </p:sp>
      <p:sp>
        <p:nvSpPr>
          <p:cNvPr id="163" name="Shape 160"/>
          <p:cNvSpPr/>
          <p:nvPr/>
        </p:nvSpPr>
        <p:spPr>
          <a:xfrm>
            <a:off x="7635240" y="3044952"/>
            <a:ext cx="100584" cy="118872"/>
          </a:xfrm>
          <a:prstGeom prst="roundRect">
            <a:avLst>
              <a:gd name="adj" fmla="val 22727"/>
            </a:avLst>
          </a:prstGeom>
          <a:solidFill>
            <a:srgbClr val="DEDEDE"/>
          </a:solidFill>
          <a:ln w="12700">
            <a:solidFill>
              <a:srgbClr val="DEDEDE">
                <a:alpha val="0"/>
              </a:srgbClr>
            </a:solidFill>
            <a:prstDash val="solid"/>
          </a:ln>
        </p:spPr>
      </p:sp>
      <p:sp>
        <p:nvSpPr>
          <p:cNvPr id="164" name="Shape 161"/>
          <p:cNvSpPr/>
          <p:nvPr/>
        </p:nvSpPr>
        <p:spPr>
          <a:xfrm>
            <a:off x="7790688" y="3044952"/>
            <a:ext cx="100584" cy="118872"/>
          </a:xfrm>
          <a:prstGeom prst="roundRect">
            <a:avLst>
              <a:gd name="adj" fmla="val 22727"/>
            </a:avLst>
          </a:prstGeom>
          <a:solidFill>
            <a:srgbClr val="B11F4B"/>
          </a:solidFill>
          <a:ln w="12700">
            <a:solidFill>
              <a:srgbClr val="B11F4B">
                <a:alpha val="0"/>
              </a:srgbClr>
            </a:solidFill>
            <a:prstDash val="solid"/>
          </a:ln>
        </p:spPr>
      </p:sp>
      <p:sp>
        <p:nvSpPr>
          <p:cNvPr id="165" name="Shape 162"/>
          <p:cNvSpPr/>
          <p:nvPr/>
        </p:nvSpPr>
        <p:spPr>
          <a:xfrm>
            <a:off x="7946136" y="3044952"/>
            <a:ext cx="100584" cy="118872"/>
          </a:xfrm>
          <a:prstGeom prst="roundRect">
            <a:avLst>
              <a:gd name="adj" fmla="val 22727"/>
            </a:avLst>
          </a:prstGeom>
          <a:solidFill>
            <a:srgbClr val="DEDEDE"/>
          </a:solidFill>
          <a:ln w="12700">
            <a:solidFill>
              <a:srgbClr val="DEDEDE">
                <a:alpha val="0"/>
              </a:srgbClr>
            </a:solidFill>
            <a:prstDash val="solid"/>
          </a:ln>
        </p:spPr>
      </p:sp>
      <p:sp>
        <p:nvSpPr>
          <p:cNvPr id="166" name="Shape 163"/>
          <p:cNvSpPr/>
          <p:nvPr/>
        </p:nvSpPr>
        <p:spPr>
          <a:xfrm>
            <a:off x="8101584" y="3044952"/>
            <a:ext cx="100584" cy="118872"/>
          </a:xfrm>
          <a:prstGeom prst="roundRect">
            <a:avLst>
              <a:gd name="adj" fmla="val 22727"/>
            </a:avLst>
          </a:prstGeom>
          <a:solidFill>
            <a:srgbClr val="DEDEDE"/>
          </a:solidFill>
          <a:ln w="12700">
            <a:solidFill>
              <a:srgbClr val="DEDEDE">
                <a:alpha val="0"/>
              </a:srgbClr>
            </a:solidFill>
            <a:prstDash val="solid"/>
          </a:ln>
        </p:spPr>
      </p:sp>
      <p:sp>
        <p:nvSpPr>
          <p:cNvPr id="167" name="Shape 164"/>
          <p:cNvSpPr/>
          <p:nvPr/>
        </p:nvSpPr>
        <p:spPr>
          <a:xfrm>
            <a:off x="8257032" y="3044952"/>
            <a:ext cx="100584" cy="118872"/>
          </a:xfrm>
          <a:prstGeom prst="roundRect">
            <a:avLst>
              <a:gd name="adj" fmla="val 22727"/>
            </a:avLst>
          </a:prstGeom>
          <a:solidFill>
            <a:srgbClr val="DEDEDE"/>
          </a:solidFill>
          <a:ln w="12700">
            <a:solidFill>
              <a:srgbClr val="DEDEDE">
                <a:alpha val="0"/>
              </a:srgbClr>
            </a:solidFill>
            <a:prstDash val="solid"/>
          </a:ln>
        </p:spPr>
      </p:sp>
      <p:sp>
        <p:nvSpPr>
          <p:cNvPr id="168" name="Shape 165"/>
          <p:cNvSpPr/>
          <p:nvPr/>
        </p:nvSpPr>
        <p:spPr>
          <a:xfrm>
            <a:off x="8412480" y="3044952"/>
            <a:ext cx="100584" cy="118872"/>
          </a:xfrm>
          <a:prstGeom prst="roundRect">
            <a:avLst>
              <a:gd name="adj" fmla="val 22727"/>
            </a:avLst>
          </a:prstGeom>
          <a:solidFill>
            <a:srgbClr val="DEDEDE"/>
          </a:solidFill>
          <a:ln w="12700">
            <a:solidFill>
              <a:srgbClr val="DEDEDE">
                <a:alpha val="0"/>
              </a:srgbClr>
            </a:solidFill>
            <a:prstDash val="solid"/>
          </a:ln>
        </p:spPr>
      </p:sp>
      <p:sp>
        <p:nvSpPr>
          <p:cNvPr id="169" name="Shape 166"/>
          <p:cNvSpPr/>
          <p:nvPr/>
        </p:nvSpPr>
        <p:spPr>
          <a:xfrm>
            <a:off x="8567928" y="3044952"/>
            <a:ext cx="100584" cy="118872"/>
          </a:xfrm>
          <a:prstGeom prst="roundRect">
            <a:avLst>
              <a:gd name="adj" fmla="val 22727"/>
            </a:avLst>
          </a:prstGeom>
          <a:solidFill>
            <a:srgbClr val="B11F4B"/>
          </a:solidFill>
          <a:ln w="12700">
            <a:solidFill>
              <a:srgbClr val="B11F4B">
                <a:alpha val="0"/>
              </a:srgbClr>
            </a:solidFill>
            <a:prstDash val="solid"/>
          </a:ln>
        </p:spPr>
      </p:sp>
      <p:sp>
        <p:nvSpPr>
          <p:cNvPr id="170" name="Shape 167"/>
          <p:cNvSpPr/>
          <p:nvPr/>
        </p:nvSpPr>
        <p:spPr>
          <a:xfrm>
            <a:off x="8723376" y="3044952"/>
            <a:ext cx="100584" cy="118872"/>
          </a:xfrm>
          <a:prstGeom prst="roundRect">
            <a:avLst>
              <a:gd name="adj" fmla="val 22727"/>
            </a:avLst>
          </a:prstGeom>
          <a:solidFill>
            <a:srgbClr val="DEDEDE"/>
          </a:solidFill>
          <a:ln w="12700">
            <a:solidFill>
              <a:srgbClr val="DEDEDE">
                <a:alpha val="0"/>
              </a:srgbClr>
            </a:solidFill>
            <a:prstDash val="solid"/>
          </a:ln>
        </p:spPr>
      </p:sp>
      <p:sp>
        <p:nvSpPr>
          <p:cNvPr id="171" name="Shape 168"/>
          <p:cNvSpPr/>
          <p:nvPr/>
        </p:nvSpPr>
        <p:spPr>
          <a:xfrm>
            <a:off x="8878824" y="3044952"/>
            <a:ext cx="100584" cy="118872"/>
          </a:xfrm>
          <a:prstGeom prst="roundRect">
            <a:avLst>
              <a:gd name="adj" fmla="val 22727"/>
            </a:avLst>
          </a:prstGeom>
          <a:solidFill>
            <a:srgbClr val="DEDEDE"/>
          </a:solidFill>
          <a:ln w="12700">
            <a:solidFill>
              <a:srgbClr val="DEDEDE">
                <a:alpha val="0"/>
              </a:srgbClr>
            </a:solidFill>
            <a:prstDash val="solid"/>
          </a:ln>
        </p:spPr>
      </p:sp>
      <p:sp>
        <p:nvSpPr>
          <p:cNvPr id="172" name="Shape 169"/>
          <p:cNvSpPr/>
          <p:nvPr/>
        </p:nvSpPr>
        <p:spPr>
          <a:xfrm>
            <a:off x="9034272" y="3044952"/>
            <a:ext cx="100584" cy="118872"/>
          </a:xfrm>
          <a:prstGeom prst="roundRect">
            <a:avLst>
              <a:gd name="adj" fmla="val 22727"/>
            </a:avLst>
          </a:prstGeom>
          <a:solidFill>
            <a:srgbClr val="DEDEDE"/>
          </a:solidFill>
          <a:ln w="12700">
            <a:solidFill>
              <a:srgbClr val="DEDEDE">
                <a:alpha val="0"/>
              </a:srgbClr>
            </a:solidFill>
            <a:prstDash val="solid"/>
          </a:ln>
        </p:spPr>
      </p:sp>
      <p:sp>
        <p:nvSpPr>
          <p:cNvPr id="173" name="Shape 170"/>
          <p:cNvSpPr/>
          <p:nvPr/>
        </p:nvSpPr>
        <p:spPr>
          <a:xfrm>
            <a:off x="9189720" y="3044952"/>
            <a:ext cx="100584" cy="118872"/>
          </a:xfrm>
          <a:prstGeom prst="roundRect">
            <a:avLst>
              <a:gd name="adj" fmla="val 22727"/>
            </a:avLst>
          </a:prstGeom>
          <a:solidFill>
            <a:srgbClr val="DEDEDE"/>
          </a:solidFill>
          <a:ln w="12700">
            <a:solidFill>
              <a:srgbClr val="DEDEDE">
                <a:alpha val="0"/>
              </a:srgbClr>
            </a:solidFill>
            <a:prstDash val="solid"/>
          </a:ln>
        </p:spPr>
      </p:sp>
      <p:sp>
        <p:nvSpPr>
          <p:cNvPr id="174" name="Shape 171"/>
          <p:cNvSpPr/>
          <p:nvPr/>
        </p:nvSpPr>
        <p:spPr>
          <a:xfrm>
            <a:off x="9345168" y="3044952"/>
            <a:ext cx="100584" cy="118872"/>
          </a:xfrm>
          <a:prstGeom prst="roundRect">
            <a:avLst>
              <a:gd name="adj" fmla="val 22727"/>
            </a:avLst>
          </a:prstGeom>
          <a:solidFill>
            <a:srgbClr val="B11F4B"/>
          </a:solidFill>
          <a:ln w="12700">
            <a:solidFill>
              <a:srgbClr val="B11F4B">
                <a:alpha val="0"/>
              </a:srgbClr>
            </a:solidFill>
            <a:prstDash val="solid"/>
          </a:ln>
        </p:spPr>
      </p:sp>
      <p:sp>
        <p:nvSpPr>
          <p:cNvPr id="175" name="Shape 172"/>
          <p:cNvSpPr/>
          <p:nvPr/>
        </p:nvSpPr>
        <p:spPr>
          <a:xfrm>
            <a:off x="9500616" y="3044952"/>
            <a:ext cx="100584" cy="118872"/>
          </a:xfrm>
          <a:prstGeom prst="roundRect">
            <a:avLst>
              <a:gd name="adj" fmla="val 22727"/>
            </a:avLst>
          </a:prstGeom>
          <a:solidFill>
            <a:srgbClr val="DEDEDE"/>
          </a:solidFill>
          <a:ln w="12700">
            <a:solidFill>
              <a:srgbClr val="DEDEDE">
                <a:alpha val="0"/>
              </a:srgbClr>
            </a:solidFill>
            <a:prstDash val="solid"/>
          </a:ln>
        </p:spPr>
      </p:sp>
      <p:sp>
        <p:nvSpPr>
          <p:cNvPr id="176" name="Shape 173"/>
          <p:cNvSpPr/>
          <p:nvPr/>
        </p:nvSpPr>
        <p:spPr>
          <a:xfrm>
            <a:off x="9656064" y="3044952"/>
            <a:ext cx="100584" cy="118872"/>
          </a:xfrm>
          <a:prstGeom prst="roundRect">
            <a:avLst>
              <a:gd name="adj" fmla="val 22727"/>
            </a:avLst>
          </a:prstGeom>
          <a:solidFill>
            <a:srgbClr val="DEDEDE"/>
          </a:solidFill>
          <a:ln w="12700">
            <a:solidFill>
              <a:srgbClr val="DEDEDE">
                <a:alpha val="0"/>
              </a:srgbClr>
            </a:solidFill>
            <a:prstDash val="solid"/>
          </a:ln>
        </p:spPr>
      </p:sp>
      <p:sp>
        <p:nvSpPr>
          <p:cNvPr id="177" name="Shape 174"/>
          <p:cNvSpPr/>
          <p:nvPr/>
        </p:nvSpPr>
        <p:spPr>
          <a:xfrm>
            <a:off x="9811512" y="3044952"/>
            <a:ext cx="100584" cy="118872"/>
          </a:xfrm>
          <a:prstGeom prst="roundRect">
            <a:avLst>
              <a:gd name="adj" fmla="val 22727"/>
            </a:avLst>
          </a:prstGeom>
          <a:solidFill>
            <a:srgbClr val="DEDEDE"/>
          </a:solidFill>
          <a:ln w="12700">
            <a:solidFill>
              <a:srgbClr val="DEDEDE">
                <a:alpha val="0"/>
              </a:srgbClr>
            </a:solidFill>
            <a:prstDash val="solid"/>
          </a:ln>
        </p:spPr>
      </p:sp>
      <p:sp>
        <p:nvSpPr>
          <p:cNvPr id="178" name="Shape 175"/>
          <p:cNvSpPr/>
          <p:nvPr/>
        </p:nvSpPr>
        <p:spPr>
          <a:xfrm>
            <a:off x="9966960" y="3044952"/>
            <a:ext cx="100584" cy="118872"/>
          </a:xfrm>
          <a:prstGeom prst="roundRect">
            <a:avLst>
              <a:gd name="adj" fmla="val 22727"/>
            </a:avLst>
          </a:prstGeom>
          <a:solidFill>
            <a:srgbClr val="DEDEDE"/>
          </a:solidFill>
          <a:ln w="12700">
            <a:solidFill>
              <a:srgbClr val="DEDEDE">
                <a:alpha val="0"/>
              </a:srgbClr>
            </a:solidFill>
            <a:prstDash val="solid"/>
          </a:ln>
        </p:spPr>
      </p:sp>
      <p:sp>
        <p:nvSpPr>
          <p:cNvPr id="179" name="Shape 176"/>
          <p:cNvSpPr/>
          <p:nvPr/>
        </p:nvSpPr>
        <p:spPr>
          <a:xfrm>
            <a:off x="10122408" y="3044952"/>
            <a:ext cx="100584" cy="118872"/>
          </a:xfrm>
          <a:prstGeom prst="roundRect">
            <a:avLst>
              <a:gd name="adj" fmla="val 22727"/>
            </a:avLst>
          </a:prstGeom>
          <a:solidFill>
            <a:srgbClr val="B11F4B"/>
          </a:solidFill>
          <a:ln w="12700">
            <a:solidFill>
              <a:srgbClr val="B11F4B">
                <a:alpha val="0"/>
              </a:srgbClr>
            </a:solidFill>
            <a:prstDash val="solid"/>
          </a:ln>
        </p:spPr>
      </p:sp>
      <p:sp>
        <p:nvSpPr>
          <p:cNvPr id="180" name="Shape 177"/>
          <p:cNvSpPr/>
          <p:nvPr/>
        </p:nvSpPr>
        <p:spPr>
          <a:xfrm>
            <a:off x="10277856" y="3044952"/>
            <a:ext cx="100584" cy="118872"/>
          </a:xfrm>
          <a:prstGeom prst="roundRect">
            <a:avLst>
              <a:gd name="adj" fmla="val 22727"/>
            </a:avLst>
          </a:prstGeom>
          <a:solidFill>
            <a:srgbClr val="DEDEDE"/>
          </a:solidFill>
          <a:ln w="12700">
            <a:solidFill>
              <a:srgbClr val="DEDEDE">
                <a:alpha val="0"/>
              </a:srgbClr>
            </a:solidFill>
            <a:prstDash val="solid"/>
          </a:ln>
        </p:spPr>
      </p:sp>
      <p:sp>
        <p:nvSpPr>
          <p:cNvPr id="181" name="Shape 178"/>
          <p:cNvSpPr/>
          <p:nvPr/>
        </p:nvSpPr>
        <p:spPr>
          <a:xfrm>
            <a:off x="10433304" y="3044952"/>
            <a:ext cx="100584" cy="118872"/>
          </a:xfrm>
          <a:prstGeom prst="roundRect">
            <a:avLst>
              <a:gd name="adj" fmla="val 22727"/>
            </a:avLst>
          </a:prstGeom>
          <a:solidFill>
            <a:srgbClr val="DEDEDE"/>
          </a:solidFill>
          <a:ln w="12700">
            <a:solidFill>
              <a:srgbClr val="DEDEDE">
                <a:alpha val="0"/>
              </a:srgbClr>
            </a:solidFill>
            <a:prstDash val="solid"/>
          </a:ln>
        </p:spPr>
      </p:sp>
      <p:sp>
        <p:nvSpPr>
          <p:cNvPr id="182" name="Shape 179"/>
          <p:cNvSpPr/>
          <p:nvPr/>
        </p:nvSpPr>
        <p:spPr>
          <a:xfrm>
            <a:off x="10588752" y="3044952"/>
            <a:ext cx="100584" cy="118872"/>
          </a:xfrm>
          <a:prstGeom prst="roundRect">
            <a:avLst>
              <a:gd name="adj" fmla="val 22727"/>
            </a:avLst>
          </a:prstGeom>
          <a:solidFill>
            <a:srgbClr val="DEDEDE"/>
          </a:solidFill>
          <a:ln w="12700">
            <a:solidFill>
              <a:srgbClr val="DEDEDE">
                <a:alpha val="0"/>
              </a:srgbClr>
            </a:solidFill>
            <a:prstDash val="solid"/>
          </a:ln>
        </p:spPr>
      </p:sp>
      <p:sp>
        <p:nvSpPr>
          <p:cNvPr id="183" name="Shape 180"/>
          <p:cNvSpPr/>
          <p:nvPr/>
        </p:nvSpPr>
        <p:spPr>
          <a:xfrm>
            <a:off x="10744200" y="3044952"/>
            <a:ext cx="100584" cy="118872"/>
          </a:xfrm>
          <a:prstGeom prst="roundRect">
            <a:avLst>
              <a:gd name="adj" fmla="val 22727"/>
            </a:avLst>
          </a:prstGeom>
          <a:solidFill>
            <a:srgbClr val="DEDEDE"/>
          </a:solidFill>
          <a:ln w="12700">
            <a:solidFill>
              <a:srgbClr val="DEDEDE">
                <a:alpha val="0"/>
              </a:srgbClr>
            </a:solidFill>
            <a:prstDash val="solid"/>
          </a:ln>
        </p:spPr>
      </p:sp>
      <p:sp>
        <p:nvSpPr>
          <p:cNvPr id="184" name="Shape 181"/>
          <p:cNvSpPr/>
          <p:nvPr/>
        </p:nvSpPr>
        <p:spPr>
          <a:xfrm>
            <a:off x="7013448" y="3232404"/>
            <a:ext cx="100584" cy="118872"/>
          </a:xfrm>
          <a:prstGeom prst="roundRect">
            <a:avLst>
              <a:gd name="adj" fmla="val 22727"/>
            </a:avLst>
          </a:prstGeom>
          <a:solidFill>
            <a:srgbClr val="B11F4B"/>
          </a:solidFill>
          <a:ln w="12700">
            <a:solidFill>
              <a:srgbClr val="B11F4B">
                <a:alpha val="0"/>
              </a:srgbClr>
            </a:solidFill>
            <a:prstDash val="solid"/>
          </a:ln>
        </p:spPr>
      </p:sp>
      <p:sp>
        <p:nvSpPr>
          <p:cNvPr id="185" name="Shape 182"/>
          <p:cNvSpPr/>
          <p:nvPr/>
        </p:nvSpPr>
        <p:spPr>
          <a:xfrm>
            <a:off x="7168896" y="3232404"/>
            <a:ext cx="100584" cy="118872"/>
          </a:xfrm>
          <a:prstGeom prst="roundRect">
            <a:avLst>
              <a:gd name="adj" fmla="val 22727"/>
            </a:avLst>
          </a:prstGeom>
          <a:solidFill>
            <a:srgbClr val="DEDEDE"/>
          </a:solidFill>
          <a:ln w="12700">
            <a:solidFill>
              <a:srgbClr val="DEDEDE">
                <a:alpha val="0"/>
              </a:srgbClr>
            </a:solidFill>
            <a:prstDash val="solid"/>
          </a:ln>
        </p:spPr>
      </p:sp>
      <p:sp>
        <p:nvSpPr>
          <p:cNvPr id="186" name="Shape 183"/>
          <p:cNvSpPr/>
          <p:nvPr/>
        </p:nvSpPr>
        <p:spPr>
          <a:xfrm>
            <a:off x="7324344" y="3232404"/>
            <a:ext cx="100584" cy="118872"/>
          </a:xfrm>
          <a:prstGeom prst="roundRect">
            <a:avLst>
              <a:gd name="adj" fmla="val 22727"/>
            </a:avLst>
          </a:prstGeom>
          <a:solidFill>
            <a:srgbClr val="DEDEDE"/>
          </a:solidFill>
          <a:ln w="12700">
            <a:solidFill>
              <a:srgbClr val="DEDEDE">
                <a:alpha val="0"/>
              </a:srgbClr>
            </a:solidFill>
            <a:prstDash val="solid"/>
          </a:ln>
        </p:spPr>
      </p:sp>
      <p:sp>
        <p:nvSpPr>
          <p:cNvPr id="187" name="Shape 184"/>
          <p:cNvSpPr/>
          <p:nvPr/>
        </p:nvSpPr>
        <p:spPr>
          <a:xfrm>
            <a:off x="7479792" y="3232404"/>
            <a:ext cx="100584" cy="118872"/>
          </a:xfrm>
          <a:prstGeom prst="roundRect">
            <a:avLst>
              <a:gd name="adj" fmla="val 22727"/>
            </a:avLst>
          </a:prstGeom>
          <a:solidFill>
            <a:srgbClr val="DEDEDE"/>
          </a:solidFill>
          <a:ln w="12700">
            <a:solidFill>
              <a:srgbClr val="DEDEDE">
                <a:alpha val="0"/>
              </a:srgbClr>
            </a:solidFill>
            <a:prstDash val="solid"/>
          </a:ln>
        </p:spPr>
      </p:sp>
      <p:sp>
        <p:nvSpPr>
          <p:cNvPr id="188" name="Shape 185"/>
          <p:cNvSpPr/>
          <p:nvPr/>
        </p:nvSpPr>
        <p:spPr>
          <a:xfrm>
            <a:off x="7635240" y="3232404"/>
            <a:ext cx="100584" cy="118872"/>
          </a:xfrm>
          <a:prstGeom prst="roundRect">
            <a:avLst>
              <a:gd name="adj" fmla="val 22727"/>
            </a:avLst>
          </a:prstGeom>
          <a:solidFill>
            <a:srgbClr val="DEDEDE"/>
          </a:solidFill>
          <a:ln w="12700">
            <a:solidFill>
              <a:srgbClr val="DEDEDE">
                <a:alpha val="0"/>
              </a:srgbClr>
            </a:solidFill>
            <a:prstDash val="solid"/>
          </a:ln>
        </p:spPr>
      </p:sp>
      <p:sp>
        <p:nvSpPr>
          <p:cNvPr id="189" name="Shape 186"/>
          <p:cNvSpPr/>
          <p:nvPr/>
        </p:nvSpPr>
        <p:spPr>
          <a:xfrm>
            <a:off x="7790688" y="3232404"/>
            <a:ext cx="100584" cy="118872"/>
          </a:xfrm>
          <a:prstGeom prst="roundRect">
            <a:avLst>
              <a:gd name="adj" fmla="val 22727"/>
            </a:avLst>
          </a:prstGeom>
          <a:solidFill>
            <a:srgbClr val="B11F4B"/>
          </a:solidFill>
          <a:ln w="12700">
            <a:solidFill>
              <a:srgbClr val="B11F4B">
                <a:alpha val="0"/>
              </a:srgbClr>
            </a:solidFill>
            <a:prstDash val="solid"/>
          </a:ln>
        </p:spPr>
      </p:sp>
      <p:sp>
        <p:nvSpPr>
          <p:cNvPr id="190" name="Shape 187"/>
          <p:cNvSpPr/>
          <p:nvPr/>
        </p:nvSpPr>
        <p:spPr>
          <a:xfrm>
            <a:off x="7946136" y="3232404"/>
            <a:ext cx="100584" cy="118872"/>
          </a:xfrm>
          <a:prstGeom prst="roundRect">
            <a:avLst>
              <a:gd name="adj" fmla="val 22727"/>
            </a:avLst>
          </a:prstGeom>
          <a:solidFill>
            <a:srgbClr val="DEDEDE"/>
          </a:solidFill>
          <a:ln w="12700">
            <a:solidFill>
              <a:srgbClr val="DEDEDE">
                <a:alpha val="0"/>
              </a:srgbClr>
            </a:solidFill>
            <a:prstDash val="solid"/>
          </a:ln>
        </p:spPr>
      </p:sp>
      <p:sp>
        <p:nvSpPr>
          <p:cNvPr id="191" name="Shape 188"/>
          <p:cNvSpPr/>
          <p:nvPr/>
        </p:nvSpPr>
        <p:spPr>
          <a:xfrm>
            <a:off x="8101584" y="3232404"/>
            <a:ext cx="100584" cy="118872"/>
          </a:xfrm>
          <a:prstGeom prst="roundRect">
            <a:avLst>
              <a:gd name="adj" fmla="val 22727"/>
            </a:avLst>
          </a:prstGeom>
          <a:solidFill>
            <a:srgbClr val="DEDEDE"/>
          </a:solidFill>
          <a:ln w="12700">
            <a:solidFill>
              <a:srgbClr val="DEDEDE">
                <a:alpha val="0"/>
              </a:srgbClr>
            </a:solidFill>
            <a:prstDash val="solid"/>
          </a:ln>
        </p:spPr>
      </p:sp>
      <p:sp>
        <p:nvSpPr>
          <p:cNvPr id="192" name="Shape 189"/>
          <p:cNvSpPr/>
          <p:nvPr/>
        </p:nvSpPr>
        <p:spPr>
          <a:xfrm>
            <a:off x="8257032" y="3232404"/>
            <a:ext cx="100584" cy="118872"/>
          </a:xfrm>
          <a:prstGeom prst="roundRect">
            <a:avLst>
              <a:gd name="adj" fmla="val 22727"/>
            </a:avLst>
          </a:prstGeom>
          <a:solidFill>
            <a:srgbClr val="DEDEDE"/>
          </a:solidFill>
          <a:ln w="12700">
            <a:solidFill>
              <a:srgbClr val="DEDEDE">
                <a:alpha val="0"/>
              </a:srgbClr>
            </a:solidFill>
            <a:prstDash val="solid"/>
          </a:ln>
        </p:spPr>
      </p:sp>
      <p:sp>
        <p:nvSpPr>
          <p:cNvPr id="193" name="Shape 190"/>
          <p:cNvSpPr/>
          <p:nvPr/>
        </p:nvSpPr>
        <p:spPr>
          <a:xfrm>
            <a:off x="8412480" y="3232404"/>
            <a:ext cx="100584" cy="118872"/>
          </a:xfrm>
          <a:prstGeom prst="roundRect">
            <a:avLst>
              <a:gd name="adj" fmla="val 22727"/>
            </a:avLst>
          </a:prstGeom>
          <a:solidFill>
            <a:srgbClr val="DEDEDE"/>
          </a:solidFill>
          <a:ln w="12700">
            <a:solidFill>
              <a:srgbClr val="DEDEDE">
                <a:alpha val="0"/>
              </a:srgbClr>
            </a:solidFill>
            <a:prstDash val="solid"/>
          </a:ln>
        </p:spPr>
      </p:sp>
      <p:sp>
        <p:nvSpPr>
          <p:cNvPr id="194" name="Shape 191"/>
          <p:cNvSpPr/>
          <p:nvPr/>
        </p:nvSpPr>
        <p:spPr>
          <a:xfrm>
            <a:off x="8567928" y="3232404"/>
            <a:ext cx="100584" cy="118872"/>
          </a:xfrm>
          <a:prstGeom prst="roundRect">
            <a:avLst>
              <a:gd name="adj" fmla="val 22727"/>
            </a:avLst>
          </a:prstGeom>
          <a:solidFill>
            <a:srgbClr val="B11F4B"/>
          </a:solidFill>
          <a:ln w="12700">
            <a:solidFill>
              <a:srgbClr val="B11F4B">
                <a:alpha val="0"/>
              </a:srgbClr>
            </a:solidFill>
            <a:prstDash val="solid"/>
          </a:ln>
        </p:spPr>
      </p:sp>
      <p:sp>
        <p:nvSpPr>
          <p:cNvPr id="195" name="Shape 192"/>
          <p:cNvSpPr/>
          <p:nvPr/>
        </p:nvSpPr>
        <p:spPr>
          <a:xfrm>
            <a:off x="8723376" y="3232404"/>
            <a:ext cx="100584" cy="118872"/>
          </a:xfrm>
          <a:prstGeom prst="roundRect">
            <a:avLst>
              <a:gd name="adj" fmla="val 22727"/>
            </a:avLst>
          </a:prstGeom>
          <a:solidFill>
            <a:srgbClr val="DEDEDE"/>
          </a:solidFill>
          <a:ln w="12700">
            <a:solidFill>
              <a:srgbClr val="DEDEDE">
                <a:alpha val="0"/>
              </a:srgbClr>
            </a:solidFill>
            <a:prstDash val="solid"/>
          </a:ln>
        </p:spPr>
      </p:sp>
      <p:sp>
        <p:nvSpPr>
          <p:cNvPr id="196" name="Shape 193"/>
          <p:cNvSpPr/>
          <p:nvPr/>
        </p:nvSpPr>
        <p:spPr>
          <a:xfrm>
            <a:off x="8878824" y="3232404"/>
            <a:ext cx="100584" cy="118872"/>
          </a:xfrm>
          <a:prstGeom prst="roundRect">
            <a:avLst>
              <a:gd name="adj" fmla="val 22727"/>
            </a:avLst>
          </a:prstGeom>
          <a:solidFill>
            <a:srgbClr val="DEDEDE"/>
          </a:solidFill>
          <a:ln w="12700">
            <a:solidFill>
              <a:srgbClr val="DEDEDE">
                <a:alpha val="0"/>
              </a:srgbClr>
            </a:solidFill>
            <a:prstDash val="solid"/>
          </a:ln>
        </p:spPr>
      </p:sp>
      <p:sp>
        <p:nvSpPr>
          <p:cNvPr id="197" name="Shape 194"/>
          <p:cNvSpPr/>
          <p:nvPr/>
        </p:nvSpPr>
        <p:spPr>
          <a:xfrm>
            <a:off x="9034272" y="3232404"/>
            <a:ext cx="100584" cy="118872"/>
          </a:xfrm>
          <a:prstGeom prst="roundRect">
            <a:avLst>
              <a:gd name="adj" fmla="val 22727"/>
            </a:avLst>
          </a:prstGeom>
          <a:solidFill>
            <a:srgbClr val="DEDEDE"/>
          </a:solidFill>
          <a:ln w="12700">
            <a:solidFill>
              <a:srgbClr val="DEDEDE">
                <a:alpha val="0"/>
              </a:srgbClr>
            </a:solidFill>
            <a:prstDash val="solid"/>
          </a:ln>
        </p:spPr>
      </p:sp>
      <p:sp>
        <p:nvSpPr>
          <p:cNvPr id="198" name="Shape 195"/>
          <p:cNvSpPr/>
          <p:nvPr/>
        </p:nvSpPr>
        <p:spPr>
          <a:xfrm>
            <a:off x="9189720" y="3232404"/>
            <a:ext cx="100584" cy="118872"/>
          </a:xfrm>
          <a:prstGeom prst="roundRect">
            <a:avLst>
              <a:gd name="adj" fmla="val 22727"/>
            </a:avLst>
          </a:prstGeom>
          <a:solidFill>
            <a:srgbClr val="DEDEDE"/>
          </a:solidFill>
          <a:ln w="12700">
            <a:solidFill>
              <a:srgbClr val="DEDEDE">
                <a:alpha val="0"/>
              </a:srgbClr>
            </a:solidFill>
            <a:prstDash val="solid"/>
          </a:ln>
        </p:spPr>
      </p:sp>
      <p:sp>
        <p:nvSpPr>
          <p:cNvPr id="199" name="Shape 196"/>
          <p:cNvSpPr/>
          <p:nvPr/>
        </p:nvSpPr>
        <p:spPr>
          <a:xfrm>
            <a:off x="9345168" y="3232404"/>
            <a:ext cx="100584" cy="118872"/>
          </a:xfrm>
          <a:prstGeom prst="roundRect">
            <a:avLst>
              <a:gd name="adj" fmla="val 22727"/>
            </a:avLst>
          </a:prstGeom>
          <a:solidFill>
            <a:srgbClr val="B11F4B"/>
          </a:solidFill>
          <a:ln w="12700">
            <a:solidFill>
              <a:srgbClr val="B11F4B">
                <a:alpha val="0"/>
              </a:srgbClr>
            </a:solidFill>
            <a:prstDash val="solid"/>
          </a:ln>
        </p:spPr>
      </p:sp>
      <p:sp>
        <p:nvSpPr>
          <p:cNvPr id="200" name="Shape 197"/>
          <p:cNvSpPr/>
          <p:nvPr/>
        </p:nvSpPr>
        <p:spPr>
          <a:xfrm>
            <a:off x="9500616" y="3232404"/>
            <a:ext cx="100584" cy="118872"/>
          </a:xfrm>
          <a:prstGeom prst="roundRect">
            <a:avLst>
              <a:gd name="adj" fmla="val 22727"/>
            </a:avLst>
          </a:prstGeom>
          <a:solidFill>
            <a:srgbClr val="DEDEDE"/>
          </a:solidFill>
          <a:ln w="12700">
            <a:solidFill>
              <a:srgbClr val="DEDEDE">
                <a:alpha val="0"/>
              </a:srgbClr>
            </a:solidFill>
            <a:prstDash val="solid"/>
          </a:ln>
        </p:spPr>
      </p:sp>
      <p:sp>
        <p:nvSpPr>
          <p:cNvPr id="201" name="Shape 198"/>
          <p:cNvSpPr/>
          <p:nvPr/>
        </p:nvSpPr>
        <p:spPr>
          <a:xfrm>
            <a:off x="9656064" y="3232404"/>
            <a:ext cx="100584" cy="118872"/>
          </a:xfrm>
          <a:prstGeom prst="roundRect">
            <a:avLst>
              <a:gd name="adj" fmla="val 22727"/>
            </a:avLst>
          </a:prstGeom>
          <a:solidFill>
            <a:srgbClr val="DEDEDE"/>
          </a:solidFill>
          <a:ln w="12700">
            <a:solidFill>
              <a:srgbClr val="DEDEDE">
                <a:alpha val="0"/>
              </a:srgbClr>
            </a:solidFill>
            <a:prstDash val="solid"/>
          </a:ln>
        </p:spPr>
      </p:sp>
      <p:sp>
        <p:nvSpPr>
          <p:cNvPr id="202" name="Shape 199"/>
          <p:cNvSpPr/>
          <p:nvPr/>
        </p:nvSpPr>
        <p:spPr>
          <a:xfrm>
            <a:off x="9811512" y="3232404"/>
            <a:ext cx="100584" cy="118872"/>
          </a:xfrm>
          <a:prstGeom prst="roundRect">
            <a:avLst>
              <a:gd name="adj" fmla="val 22727"/>
            </a:avLst>
          </a:prstGeom>
          <a:solidFill>
            <a:srgbClr val="DEDEDE"/>
          </a:solidFill>
          <a:ln w="12700">
            <a:solidFill>
              <a:srgbClr val="DEDEDE">
                <a:alpha val="0"/>
              </a:srgbClr>
            </a:solidFill>
            <a:prstDash val="solid"/>
          </a:ln>
        </p:spPr>
      </p:sp>
      <p:sp>
        <p:nvSpPr>
          <p:cNvPr id="203" name="Shape 200"/>
          <p:cNvSpPr/>
          <p:nvPr/>
        </p:nvSpPr>
        <p:spPr>
          <a:xfrm>
            <a:off x="9966960" y="3232404"/>
            <a:ext cx="100584" cy="118872"/>
          </a:xfrm>
          <a:prstGeom prst="roundRect">
            <a:avLst>
              <a:gd name="adj" fmla="val 22727"/>
            </a:avLst>
          </a:prstGeom>
          <a:solidFill>
            <a:srgbClr val="DEDEDE"/>
          </a:solidFill>
          <a:ln w="12700">
            <a:solidFill>
              <a:srgbClr val="DEDEDE">
                <a:alpha val="0"/>
              </a:srgbClr>
            </a:solidFill>
            <a:prstDash val="solid"/>
          </a:ln>
        </p:spPr>
      </p:sp>
      <p:sp>
        <p:nvSpPr>
          <p:cNvPr id="204" name="Shape 201"/>
          <p:cNvSpPr/>
          <p:nvPr/>
        </p:nvSpPr>
        <p:spPr>
          <a:xfrm>
            <a:off x="10122408" y="3232404"/>
            <a:ext cx="100584" cy="118872"/>
          </a:xfrm>
          <a:prstGeom prst="roundRect">
            <a:avLst>
              <a:gd name="adj" fmla="val 22727"/>
            </a:avLst>
          </a:prstGeom>
          <a:solidFill>
            <a:srgbClr val="B11F4B"/>
          </a:solidFill>
          <a:ln w="12700">
            <a:solidFill>
              <a:srgbClr val="B11F4B">
                <a:alpha val="0"/>
              </a:srgbClr>
            </a:solidFill>
            <a:prstDash val="solid"/>
          </a:ln>
        </p:spPr>
      </p:sp>
      <p:sp>
        <p:nvSpPr>
          <p:cNvPr id="205" name="Shape 202"/>
          <p:cNvSpPr/>
          <p:nvPr/>
        </p:nvSpPr>
        <p:spPr>
          <a:xfrm>
            <a:off x="10277856" y="3232404"/>
            <a:ext cx="100584" cy="118872"/>
          </a:xfrm>
          <a:prstGeom prst="roundRect">
            <a:avLst>
              <a:gd name="adj" fmla="val 22727"/>
            </a:avLst>
          </a:prstGeom>
          <a:solidFill>
            <a:srgbClr val="DEDEDE"/>
          </a:solidFill>
          <a:ln w="12700">
            <a:solidFill>
              <a:srgbClr val="DEDEDE">
                <a:alpha val="0"/>
              </a:srgbClr>
            </a:solidFill>
            <a:prstDash val="solid"/>
          </a:ln>
        </p:spPr>
      </p:sp>
      <p:sp>
        <p:nvSpPr>
          <p:cNvPr id="206" name="Shape 203"/>
          <p:cNvSpPr/>
          <p:nvPr/>
        </p:nvSpPr>
        <p:spPr>
          <a:xfrm>
            <a:off x="10433304" y="3232404"/>
            <a:ext cx="100584" cy="118872"/>
          </a:xfrm>
          <a:prstGeom prst="roundRect">
            <a:avLst>
              <a:gd name="adj" fmla="val 22727"/>
            </a:avLst>
          </a:prstGeom>
          <a:solidFill>
            <a:srgbClr val="DEDEDE"/>
          </a:solidFill>
          <a:ln w="12700">
            <a:solidFill>
              <a:srgbClr val="DEDEDE">
                <a:alpha val="0"/>
              </a:srgbClr>
            </a:solidFill>
            <a:prstDash val="solid"/>
          </a:ln>
        </p:spPr>
      </p:sp>
      <p:sp>
        <p:nvSpPr>
          <p:cNvPr id="207" name="Shape 204"/>
          <p:cNvSpPr/>
          <p:nvPr/>
        </p:nvSpPr>
        <p:spPr>
          <a:xfrm>
            <a:off x="10588752" y="3232404"/>
            <a:ext cx="100584" cy="118872"/>
          </a:xfrm>
          <a:prstGeom prst="roundRect">
            <a:avLst>
              <a:gd name="adj" fmla="val 22727"/>
            </a:avLst>
          </a:prstGeom>
          <a:solidFill>
            <a:srgbClr val="DEDEDE"/>
          </a:solidFill>
          <a:ln w="12700">
            <a:solidFill>
              <a:srgbClr val="DEDEDE">
                <a:alpha val="0"/>
              </a:srgbClr>
            </a:solidFill>
            <a:prstDash val="solid"/>
          </a:ln>
        </p:spPr>
      </p:sp>
      <p:sp>
        <p:nvSpPr>
          <p:cNvPr id="208" name="Shape 205"/>
          <p:cNvSpPr/>
          <p:nvPr/>
        </p:nvSpPr>
        <p:spPr>
          <a:xfrm>
            <a:off x="10744200" y="3232404"/>
            <a:ext cx="100584" cy="118872"/>
          </a:xfrm>
          <a:prstGeom prst="roundRect">
            <a:avLst>
              <a:gd name="adj" fmla="val 22727"/>
            </a:avLst>
          </a:prstGeom>
          <a:solidFill>
            <a:srgbClr val="DEDEDE"/>
          </a:solidFill>
          <a:ln w="12700">
            <a:solidFill>
              <a:srgbClr val="DEDEDE">
                <a:alpha val="0"/>
              </a:srgbClr>
            </a:solidFill>
            <a:prstDash val="solid"/>
          </a:ln>
        </p:spPr>
      </p:sp>
      <p:sp>
        <p:nvSpPr>
          <p:cNvPr id="209" name="Shape 206"/>
          <p:cNvSpPr/>
          <p:nvPr/>
        </p:nvSpPr>
        <p:spPr>
          <a:xfrm>
            <a:off x="7013448" y="3419856"/>
            <a:ext cx="100584" cy="118872"/>
          </a:xfrm>
          <a:prstGeom prst="roundRect">
            <a:avLst>
              <a:gd name="adj" fmla="val 22727"/>
            </a:avLst>
          </a:prstGeom>
          <a:solidFill>
            <a:srgbClr val="B11F4B"/>
          </a:solidFill>
          <a:ln w="12700">
            <a:solidFill>
              <a:srgbClr val="B11F4B">
                <a:alpha val="0"/>
              </a:srgbClr>
            </a:solidFill>
            <a:prstDash val="solid"/>
          </a:ln>
        </p:spPr>
      </p:sp>
      <p:sp>
        <p:nvSpPr>
          <p:cNvPr id="210" name="Shape 207"/>
          <p:cNvSpPr/>
          <p:nvPr/>
        </p:nvSpPr>
        <p:spPr>
          <a:xfrm>
            <a:off x="7168896" y="3419856"/>
            <a:ext cx="100584" cy="118872"/>
          </a:xfrm>
          <a:prstGeom prst="roundRect">
            <a:avLst>
              <a:gd name="adj" fmla="val 22727"/>
            </a:avLst>
          </a:prstGeom>
          <a:solidFill>
            <a:srgbClr val="DEDEDE"/>
          </a:solidFill>
          <a:ln w="12700">
            <a:solidFill>
              <a:srgbClr val="DEDEDE">
                <a:alpha val="0"/>
              </a:srgbClr>
            </a:solidFill>
            <a:prstDash val="solid"/>
          </a:ln>
        </p:spPr>
      </p:sp>
      <p:sp>
        <p:nvSpPr>
          <p:cNvPr id="211" name="Shape 208"/>
          <p:cNvSpPr/>
          <p:nvPr/>
        </p:nvSpPr>
        <p:spPr>
          <a:xfrm>
            <a:off x="7324344" y="3419856"/>
            <a:ext cx="100584" cy="118872"/>
          </a:xfrm>
          <a:prstGeom prst="roundRect">
            <a:avLst>
              <a:gd name="adj" fmla="val 22727"/>
            </a:avLst>
          </a:prstGeom>
          <a:solidFill>
            <a:srgbClr val="DEDEDE"/>
          </a:solidFill>
          <a:ln w="12700">
            <a:solidFill>
              <a:srgbClr val="DEDEDE">
                <a:alpha val="0"/>
              </a:srgbClr>
            </a:solidFill>
            <a:prstDash val="solid"/>
          </a:ln>
        </p:spPr>
      </p:sp>
      <p:sp>
        <p:nvSpPr>
          <p:cNvPr id="212" name="Shape 209"/>
          <p:cNvSpPr/>
          <p:nvPr/>
        </p:nvSpPr>
        <p:spPr>
          <a:xfrm>
            <a:off x="7479792" y="3419856"/>
            <a:ext cx="100584" cy="118872"/>
          </a:xfrm>
          <a:prstGeom prst="roundRect">
            <a:avLst>
              <a:gd name="adj" fmla="val 22727"/>
            </a:avLst>
          </a:prstGeom>
          <a:solidFill>
            <a:srgbClr val="DEDEDE"/>
          </a:solidFill>
          <a:ln w="12700">
            <a:solidFill>
              <a:srgbClr val="DEDEDE">
                <a:alpha val="0"/>
              </a:srgbClr>
            </a:solidFill>
            <a:prstDash val="solid"/>
          </a:ln>
        </p:spPr>
      </p:sp>
      <p:sp>
        <p:nvSpPr>
          <p:cNvPr id="213" name="Shape 210"/>
          <p:cNvSpPr/>
          <p:nvPr/>
        </p:nvSpPr>
        <p:spPr>
          <a:xfrm>
            <a:off x="7635240" y="3419856"/>
            <a:ext cx="100584" cy="118872"/>
          </a:xfrm>
          <a:prstGeom prst="roundRect">
            <a:avLst>
              <a:gd name="adj" fmla="val 22727"/>
            </a:avLst>
          </a:prstGeom>
          <a:solidFill>
            <a:srgbClr val="DEDEDE"/>
          </a:solidFill>
          <a:ln w="12700">
            <a:solidFill>
              <a:srgbClr val="DEDEDE">
                <a:alpha val="0"/>
              </a:srgbClr>
            </a:solidFill>
            <a:prstDash val="solid"/>
          </a:ln>
        </p:spPr>
      </p:sp>
      <p:sp>
        <p:nvSpPr>
          <p:cNvPr id="214" name="Shape 211"/>
          <p:cNvSpPr/>
          <p:nvPr/>
        </p:nvSpPr>
        <p:spPr>
          <a:xfrm>
            <a:off x="7790688" y="3419856"/>
            <a:ext cx="100584" cy="118872"/>
          </a:xfrm>
          <a:prstGeom prst="roundRect">
            <a:avLst>
              <a:gd name="adj" fmla="val 22727"/>
            </a:avLst>
          </a:prstGeom>
          <a:solidFill>
            <a:srgbClr val="B11F4B"/>
          </a:solidFill>
          <a:ln w="12700">
            <a:solidFill>
              <a:srgbClr val="B11F4B">
                <a:alpha val="0"/>
              </a:srgbClr>
            </a:solidFill>
            <a:prstDash val="solid"/>
          </a:ln>
        </p:spPr>
      </p:sp>
      <p:sp>
        <p:nvSpPr>
          <p:cNvPr id="215" name="Shape 212"/>
          <p:cNvSpPr/>
          <p:nvPr/>
        </p:nvSpPr>
        <p:spPr>
          <a:xfrm>
            <a:off x="7946136" y="3419856"/>
            <a:ext cx="100584" cy="118872"/>
          </a:xfrm>
          <a:prstGeom prst="roundRect">
            <a:avLst>
              <a:gd name="adj" fmla="val 22727"/>
            </a:avLst>
          </a:prstGeom>
          <a:solidFill>
            <a:srgbClr val="DEDEDE"/>
          </a:solidFill>
          <a:ln w="12700">
            <a:solidFill>
              <a:srgbClr val="DEDEDE">
                <a:alpha val="0"/>
              </a:srgbClr>
            </a:solidFill>
            <a:prstDash val="solid"/>
          </a:ln>
        </p:spPr>
      </p:sp>
      <p:sp>
        <p:nvSpPr>
          <p:cNvPr id="216" name="Shape 213"/>
          <p:cNvSpPr/>
          <p:nvPr/>
        </p:nvSpPr>
        <p:spPr>
          <a:xfrm>
            <a:off x="8101584" y="3419856"/>
            <a:ext cx="100584" cy="118872"/>
          </a:xfrm>
          <a:prstGeom prst="roundRect">
            <a:avLst>
              <a:gd name="adj" fmla="val 22727"/>
            </a:avLst>
          </a:prstGeom>
          <a:solidFill>
            <a:srgbClr val="DEDEDE"/>
          </a:solidFill>
          <a:ln w="12700">
            <a:solidFill>
              <a:srgbClr val="DEDEDE">
                <a:alpha val="0"/>
              </a:srgbClr>
            </a:solidFill>
            <a:prstDash val="solid"/>
          </a:ln>
        </p:spPr>
      </p:sp>
      <p:sp>
        <p:nvSpPr>
          <p:cNvPr id="217" name="Shape 214"/>
          <p:cNvSpPr/>
          <p:nvPr/>
        </p:nvSpPr>
        <p:spPr>
          <a:xfrm>
            <a:off x="8257032" y="3419856"/>
            <a:ext cx="100584" cy="118872"/>
          </a:xfrm>
          <a:prstGeom prst="roundRect">
            <a:avLst>
              <a:gd name="adj" fmla="val 22727"/>
            </a:avLst>
          </a:prstGeom>
          <a:solidFill>
            <a:srgbClr val="DEDEDE"/>
          </a:solidFill>
          <a:ln w="12700">
            <a:solidFill>
              <a:srgbClr val="DEDEDE">
                <a:alpha val="0"/>
              </a:srgbClr>
            </a:solidFill>
            <a:prstDash val="solid"/>
          </a:ln>
        </p:spPr>
      </p:sp>
      <p:sp>
        <p:nvSpPr>
          <p:cNvPr id="218" name="Shape 215"/>
          <p:cNvSpPr/>
          <p:nvPr/>
        </p:nvSpPr>
        <p:spPr>
          <a:xfrm>
            <a:off x="8412480" y="3419856"/>
            <a:ext cx="100584" cy="118872"/>
          </a:xfrm>
          <a:prstGeom prst="roundRect">
            <a:avLst>
              <a:gd name="adj" fmla="val 22727"/>
            </a:avLst>
          </a:prstGeom>
          <a:solidFill>
            <a:srgbClr val="DEDEDE"/>
          </a:solidFill>
          <a:ln w="12700">
            <a:solidFill>
              <a:srgbClr val="DEDEDE">
                <a:alpha val="0"/>
              </a:srgbClr>
            </a:solidFill>
            <a:prstDash val="solid"/>
          </a:ln>
        </p:spPr>
      </p:sp>
      <p:sp>
        <p:nvSpPr>
          <p:cNvPr id="219" name="Shape 216"/>
          <p:cNvSpPr/>
          <p:nvPr/>
        </p:nvSpPr>
        <p:spPr>
          <a:xfrm>
            <a:off x="8567928" y="3419856"/>
            <a:ext cx="100584" cy="118872"/>
          </a:xfrm>
          <a:prstGeom prst="roundRect">
            <a:avLst>
              <a:gd name="adj" fmla="val 22727"/>
            </a:avLst>
          </a:prstGeom>
          <a:solidFill>
            <a:srgbClr val="B11F4B"/>
          </a:solidFill>
          <a:ln w="12700">
            <a:solidFill>
              <a:srgbClr val="B11F4B">
                <a:alpha val="0"/>
              </a:srgbClr>
            </a:solidFill>
            <a:prstDash val="solid"/>
          </a:ln>
        </p:spPr>
      </p:sp>
      <p:sp>
        <p:nvSpPr>
          <p:cNvPr id="220" name="Shape 217"/>
          <p:cNvSpPr/>
          <p:nvPr/>
        </p:nvSpPr>
        <p:spPr>
          <a:xfrm>
            <a:off x="8723376" y="3419856"/>
            <a:ext cx="100584" cy="118872"/>
          </a:xfrm>
          <a:prstGeom prst="roundRect">
            <a:avLst>
              <a:gd name="adj" fmla="val 22727"/>
            </a:avLst>
          </a:prstGeom>
          <a:solidFill>
            <a:srgbClr val="DEDEDE"/>
          </a:solidFill>
          <a:ln w="12700">
            <a:solidFill>
              <a:srgbClr val="DEDEDE">
                <a:alpha val="0"/>
              </a:srgbClr>
            </a:solidFill>
            <a:prstDash val="solid"/>
          </a:ln>
        </p:spPr>
      </p:sp>
      <p:sp>
        <p:nvSpPr>
          <p:cNvPr id="221" name="Shape 218"/>
          <p:cNvSpPr/>
          <p:nvPr/>
        </p:nvSpPr>
        <p:spPr>
          <a:xfrm>
            <a:off x="8878824" y="3419856"/>
            <a:ext cx="100584" cy="118872"/>
          </a:xfrm>
          <a:prstGeom prst="roundRect">
            <a:avLst>
              <a:gd name="adj" fmla="val 22727"/>
            </a:avLst>
          </a:prstGeom>
          <a:solidFill>
            <a:srgbClr val="DEDEDE"/>
          </a:solidFill>
          <a:ln w="12700">
            <a:solidFill>
              <a:srgbClr val="DEDEDE">
                <a:alpha val="0"/>
              </a:srgbClr>
            </a:solidFill>
            <a:prstDash val="solid"/>
          </a:ln>
        </p:spPr>
      </p:sp>
      <p:sp>
        <p:nvSpPr>
          <p:cNvPr id="222" name="Shape 219"/>
          <p:cNvSpPr/>
          <p:nvPr/>
        </p:nvSpPr>
        <p:spPr>
          <a:xfrm>
            <a:off x="9034272" y="3419856"/>
            <a:ext cx="100584" cy="118872"/>
          </a:xfrm>
          <a:prstGeom prst="roundRect">
            <a:avLst>
              <a:gd name="adj" fmla="val 22727"/>
            </a:avLst>
          </a:prstGeom>
          <a:solidFill>
            <a:srgbClr val="DEDEDE"/>
          </a:solidFill>
          <a:ln w="12700">
            <a:solidFill>
              <a:srgbClr val="DEDEDE">
                <a:alpha val="0"/>
              </a:srgbClr>
            </a:solidFill>
            <a:prstDash val="solid"/>
          </a:ln>
        </p:spPr>
      </p:sp>
      <p:sp>
        <p:nvSpPr>
          <p:cNvPr id="223" name="Shape 220"/>
          <p:cNvSpPr/>
          <p:nvPr/>
        </p:nvSpPr>
        <p:spPr>
          <a:xfrm>
            <a:off x="9189720" y="3419856"/>
            <a:ext cx="100584" cy="118872"/>
          </a:xfrm>
          <a:prstGeom prst="roundRect">
            <a:avLst>
              <a:gd name="adj" fmla="val 22727"/>
            </a:avLst>
          </a:prstGeom>
          <a:solidFill>
            <a:srgbClr val="DEDEDE"/>
          </a:solidFill>
          <a:ln w="12700">
            <a:solidFill>
              <a:srgbClr val="DEDEDE">
                <a:alpha val="0"/>
              </a:srgbClr>
            </a:solidFill>
            <a:prstDash val="solid"/>
          </a:ln>
        </p:spPr>
      </p:sp>
      <p:sp>
        <p:nvSpPr>
          <p:cNvPr id="224" name="Shape 221"/>
          <p:cNvSpPr/>
          <p:nvPr/>
        </p:nvSpPr>
        <p:spPr>
          <a:xfrm>
            <a:off x="9345168" y="3419856"/>
            <a:ext cx="100584" cy="118872"/>
          </a:xfrm>
          <a:prstGeom prst="roundRect">
            <a:avLst>
              <a:gd name="adj" fmla="val 22727"/>
            </a:avLst>
          </a:prstGeom>
          <a:solidFill>
            <a:srgbClr val="B11F4B"/>
          </a:solidFill>
          <a:ln w="12700">
            <a:solidFill>
              <a:srgbClr val="B11F4B">
                <a:alpha val="0"/>
              </a:srgbClr>
            </a:solidFill>
            <a:prstDash val="solid"/>
          </a:ln>
        </p:spPr>
      </p:sp>
      <p:sp>
        <p:nvSpPr>
          <p:cNvPr id="225" name="Shape 222"/>
          <p:cNvSpPr/>
          <p:nvPr/>
        </p:nvSpPr>
        <p:spPr>
          <a:xfrm>
            <a:off x="9500616" y="3419856"/>
            <a:ext cx="100584" cy="118872"/>
          </a:xfrm>
          <a:prstGeom prst="roundRect">
            <a:avLst>
              <a:gd name="adj" fmla="val 22727"/>
            </a:avLst>
          </a:prstGeom>
          <a:solidFill>
            <a:srgbClr val="DEDEDE"/>
          </a:solidFill>
          <a:ln w="12700">
            <a:solidFill>
              <a:srgbClr val="DEDEDE">
                <a:alpha val="0"/>
              </a:srgbClr>
            </a:solidFill>
            <a:prstDash val="solid"/>
          </a:ln>
        </p:spPr>
      </p:sp>
      <p:sp>
        <p:nvSpPr>
          <p:cNvPr id="226" name="Shape 223"/>
          <p:cNvSpPr/>
          <p:nvPr/>
        </p:nvSpPr>
        <p:spPr>
          <a:xfrm>
            <a:off x="9656064" y="3419856"/>
            <a:ext cx="100584" cy="118872"/>
          </a:xfrm>
          <a:prstGeom prst="roundRect">
            <a:avLst>
              <a:gd name="adj" fmla="val 22727"/>
            </a:avLst>
          </a:prstGeom>
          <a:solidFill>
            <a:srgbClr val="DEDEDE"/>
          </a:solidFill>
          <a:ln w="12700">
            <a:solidFill>
              <a:srgbClr val="DEDEDE">
                <a:alpha val="0"/>
              </a:srgbClr>
            </a:solidFill>
            <a:prstDash val="solid"/>
          </a:ln>
        </p:spPr>
      </p:sp>
      <p:sp>
        <p:nvSpPr>
          <p:cNvPr id="227" name="Shape 224"/>
          <p:cNvSpPr/>
          <p:nvPr/>
        </p:nvSpPr>
        <p:spPr>
          <a:xfrm>
            <a:off x="9811512" y="3419856"/>
            <a:ext cx="100584" cy="118872"/>
          </a:xfrm>
          <a:prstGeom prst="roundRect">
            <a:avLst>
              <a:gd name="adj" fmla="val 22727"/>
            </a:avLst>
          </a:prstGeom>
          <a:solidFill>
            <a:srgbClr val="DEDEDE"/>
          </a:solidFill>
          <a:ln w="12700">
            <a:solidFill>
              <a:srgbClr val="DEDEDE">
                <a:alpha val="0"/>
              </a:srgbClr>
            </a:solidFill>
            <a:prstDash val="solid"/>
          </a:ln>
        </p:spPr>
      </p:sp>
      <p:sp>
        <p:nvSpPr>
          <p:cNvPr id="228" name="Shape 225"/>
          <p:cNvSpPr/>
          <p:nvPr/>
        </p:nvSpPr>
        <p:spPr>
          <a:xfrm>
            <a:off x="9966960" y="3419856"/>
            <a:ext cx="100584" cy="118872"/>
          </a:xfrm>
          <a:prstGeom prst="roundRect">
            <a:avLst>
              <a:gd name="adj" fmla="val 22727"/>
            </a:avLst>
          </a:prstGeom>
          <a:solidFill>
            <a:srgbClr val="DEDEDE"/>
          </a:solidFill>
          <a:ln w="12700">
            <a:solidFill>
              <a:srgbClr val="DEDEDE">
                <a:alpha val="0"/>
              </a:srgbClr>
            </a:solidFill>
            <a:prstDash val="solid"/>
          </a:ln>
        </p:spPr>
      </p:sp>
      <p:sp>
        <p:nvSpPr>
          <p:cNvPr id="229" name="Shape 226"/>
          <p:cNvSpPr/>
          <p:nvPr/>
        </p:nvSpPr>
        <p:spPr>
          <a:xfrm>
            <a:off x="10122408" y="3419856"/>
            <a:ext cx="100584" cy="118872"/>
          </a:xfrm>
          <a:prstGeom prst="roundRect">
            <a:avLst>
              <a:gd name="adj" fmla="val 22727"/>
            </a:avLst>
          </a:prstGeom>
          <a:solidFill>
            <a:srgbClr val="B11F4B"/>
          </a:solidFill>
          <a:ln w="12700">
            <a:solidFill>
              <a:srgbClr val="B11F4B">
                <a:alpha val="0"/>
              </a:srgbClr>
            </a:solidFill>
            <a:prstDash val="solid"/>
          </a:ln>
        </p:spPr>
      </p:sp>
      <p:sp>
        <p:nvSpPr>
          <p:cNvPr id="230" name="Shape 227"/>
          <p:cNvSpPr/>
          <p:nvPr/>
        </p:nvSpPr>
        <p:spPr>
          <a:xfrm>
            <a:off x="10277856" y="3419856"/>
            <a:ext cx="100584" cy="118872"/>
          </a:xfrm>
          <a:prstGeom prst="roundRect">
            <a:avLst>
              <a:gd name="adj" fmla="val 22727"/>
            </a:avLst>
          </a:prstGeom>
          <a:solidFill>
            <a:srgbClr val="DEDEDE"/>
          </a:solidFill>
          <a:ln w="12700">
            <a:solidFill>
              <a:srgbClr val="DEDEDE">
                <a:alpha val="0"/>
              </a:srgbClr>
            </a:solidFill>
            <a:prstDash val="solid"/>
          </a:ln>
        </p:spPr>
      </p:sp>
      <p:sp>
        <p:nvSpPr>
          <p:cNvPr id="231" name="Shape 228"/>
          <p:cNvSpPr/>
          <p:nvPr/>
        </p:nvSpPr>
        <p:spPr>
          <a:xfrm>
            <a:off x="10433304" y="3419856"/>
            <a:ext cx="100584" cy="118872"/>
          </a:xfrm>
          <a:prstGeom prst="roundRect">
            <a:avLst>
              <a:gd name="adj" fmla="val 22727"/>
            </a:avLst>
          </a:prstGeom>
          <a:solidFill>
            <a:srgbClr val="DEDEDE"/>
          </a:solidFill>
          <a:ln w="12700">
            <a:solidFill>
              <a:srgbClr val="DEDEDE">
                <a:alpha val="0"/>
              </a:srgbClr>
            </a:solidFill>
            <a:prstDash val="solid"/>
          </a:ln>
        </p:spPr>
      </p:sp>
      <p:sp>
        <p:nvSpPr>
          <p:cNvPr id="232" name="Shape 229"/>
          <p:cNvSpPr/>
          <p:nvPr/>
        </p:nvSpPr>
        <p:spPr>
          <a:xfrm>
            <a:off x="10588752" y="3419856"/>
            <a:ext cx="100584" cy="118872"/>
          </a:xfrm>
          <a:prstGeom prst="roundRect">
            <a:avLst>
              <a:gd name="adj" fmla="val 22727"/>
            </a:avLst>
          </a:prstGeom>
          <a:solidFill>
            <a:srgbClr val="DEDEDE"/>
          </a:solidFill>
          <a:ln w="12700">
            <a:solidFill>
              <a:srgbClr val="DEDEDE">
                <a:alpha val="0"/>
              </a:srgbClr>
            </a:solidFill>
            <a:prstDash val="solid"/>
          </a:ln>
        </p:spPr>
      </p:sp>
      <p:sp>
        <p:nvSpPr>
          <p:cNvPr id="233" name="Shape 230"/>
          <p:cNvSpPr/>
          <p:nvPr/>
        </p:nvSpPr>
        <p:spPr>
          <a:xfrm>
            <a:off x="10744200" y="3419856"/>
            <a:ext cx="100584" cy="118872"/>
          </a:xfrm>
          <a:prstGeom prst="roundRect">
            <a:avLst>
              <a:gd name="adj" fmla="val 22727"/>
            </a:avLst>
          </a:prstGeom>
          <a:solidFill>
            <a:srgbClr val="DEDEDE"/>
          </a:solidFill>
          <a:ln w="12700">
            <a:solidFill>
              <a:srgbClr val="DEDEDE">
                <a:alpha val="0"/>
              </a:srgbClr>
            </a:solidFill>
            <a:prstDash val="solid"/>
          </a:ln>
        </p:spPr>
      </p:sp>
      <p:sp>
        <p:nvSpPr>
          <p:cNvPr id="234" name="Shape 231"/>
          <p:cNvSpPr/>
          <p:nvPr/>
        </p:nvSpPr>
        <p:spPr>
          <a:xfrm>
            <a:off x="7013448" y="3607308"/>
            <a:ext cx="100584" cy="118872"/>
          </a:xfrm>
          <a:prstGeom prst="roundRect">
            <a:avLst>
              <a:gd name="adj" fmla="val 22727"/>
            </a:avLst>
          </a:prstGeom>
          <a:solidFill>
            <a:srgbClr val="B11F4B"/>
          </a:solidFill>
          <a:ln w="12700">
            <a:solidFill>
              <a:srgbClr val="B11F4B">
                <a:alpha val="0"/>
              </a:srgbClr>
            </a:solidFill>
            <a:prstDash val="solid"/>
          </a:ln>
        </p:spPr>
      </p:sp>
      <p:sp>
        <p:nvSpPr>
          <p:cNvPr id="235" name="Shape 232"/>
          <p:cNvSpPr/>
          <p:nvPr/>
        </p:nvSpPr>
        <p:spPr>
          <a:xfrm>
            <a:off x="7168896" y="3607308"/>
            <a:ext cx="100584" cy="118872"/>
          </a:xfrm>
          <a:prstGeom prst="roundRect">
            <a:avLst>
              <a:gd name="adj" fmla="val 22727"/>
            </a:avLst>
          </a:prstGeom>
          <a:solidFill>
            <a:srgbClr val="DEDEDE"/>
          </a:solidFill>
          <a:ln w="12700">
            <a:solidFill>
              <a:srgbClr val="DEDEDE">
                <a:alpha val="0"/>
              </a:srgbClr>
            </a:solidFill>
            <a:prstDash val="solid"/>
          </a:ln>
        </p:spPr>
      </p:sp>
      <p:sp>
        <p:nvSpPr>
          <p:cNvPr id="236" name="Shape 233"/>
          <p:cNvSpPr/>
          <p:nvPr/>
        </p:nvSpPr>
        <p:spPr>
          <a:xfrm>
            <a:off x="7324344" y="3607308"/>
            <a:ext cx="100584" cy="118872"/>
          </a:xfrm>
          <a:prstGeom prst="roundRect">
            <a:avLst>
              <a:gd name="adj" fmla="val 22727"/>
            </a:avLst>
          </a:prstGeom>
          <a:solidFill>
            <a:srgbClr val="DEDEDE"/>
          </a:solidFill>
          <a:ln w="12700">
            <a:solidFill>
              <a:srgbClr val="DEDEDE">
                <a:alpha val="0"/>
              </a:srgbClr>
            </a:solidFill>
            <a:prstDash val="solid"/>
          </a:ln>
        </p:spPr>
      </p:sp>
      <p:sp>
        <p:nvSpPr>
          <p:cNvPr id="237" name="Shape 234"/>
          <p:cNvSpPr/>
          <p:nvPr/>
        </p:nvSpPr>
        <p:spPr>
          <a:xfrm>
            <a:off x="7479792" y="3607308"/>
            <a:ext cx="100584" cy="118872"/>
          </a:xfrm>
          <a:prstGeom prst="roundRect">
            <a:avLst>
              <a:gd name="adj" fmla="val 22727"/>
            </a:avLst>
          </a:prstGeom>
          <a:solidFill>
            <a:srgbClr val="DEDEDE"/>
          </a:solidFill>
          <a:ln w="12700">
            <a:solidFill>
              <a:srgbClr val="DEDEDE">
                <a:alpha val="0"/>
              </a:srgbClr>
            </a:solidFill>
            <a:prstDash val="solid"/>
          </a:ln>
        </p:spPr>
      </p:sp>
      <p:sp>
        <p:nvSpPr>
          <p:cNvPr id="238" name="Shape 235"/>
          <p:cNvSpPr/>
          <p:nvPr/>
        </p:nvSpPr>
        <p:spPr>
          <a:xfrm>
            <a:off x="7635240" y="3607308"/>
            <a:ext cx="100584" cy="118872"/>
          </a:xfrm>
          <a:prstGeom prst="roundRect">
            <a:avLst>
              <a:gd name="adj" fmla="val 22727"/>
            </a:avLst>
          </a:prstGeom>
          <a:solidFill>
            <a:srgbClr val="DEDEDE"/>
          </a:solidFill>
          <a:ln w="12700">
            <a:solidFill>
              <a:srgbClr val="DEDEDE">
                <a:alpha val="0"/>
              </a:srgbClr>
            </a:solidFill>
            <a:prstDash val="solid"/>
          </a:ln>
        </p:spPr>
      </p:sp>
      <p:sp>
        <p:nvSpPr>
          <p:cNvPr id="239" name="Shape 236"/>
          <p:cNvSpPr/>
          <p:nvPr/>
        </p:nvSpPr>
        <p:spPr>
          <a:xfrm>
            <a:off x="7790688" y="3607308"/>
            <a:ext cx="100584" cy="118872"/>
          </a:xfrm>
          <a:prstGeom prst="roundRect">
            <a:avLst>
              <a:gd name="adj" fmla="val 22727"/>
            </a:avLst>
          </a:prstGeom>
          <a:solidFill>
            <a:srgbClr val="B11F4B"/>
          </a:solidFill>
          <a:ln w="12700">
            <a:solidFill>
              <a:srgbClr val="B11F4B">
                <a:alpha val="0"/>
              </a:srgbClr>
            </a:solidFill>
            <a:prstDash val="solid"/>
          </a:ln>
        </p:spPr>
      </p:sp>
      <p:sp>
        <p:nvSpPr>
          <p:cNvPr id="240" name="Shape 237"/>
          <p:cNvSpPr/>
          <p:nvPr/>
        </p:nvSpPr>
        <p:spPr>
          <a:xfrm>
            <a:off x="7946136" y="3607308"/>
            <a:ext cx="100584" cy="118872"/>
          </a:xfrm>
          <a:prstGeom prst="roundRect">
            <a:avLst>
              <a:gd name="adj" fmla="val 22727"/>
            </a:avLst>
          </a:prstGeom>
          <a:solidFill>
            <a:srgbClr val="DEDEDE"/>
          </a:solidFill>
          <a:ln w="12700">
            <a:solidFill>
              <a:srgbClr val="DEDEDE">
                <a:alpha val="0"/>
              </a:srgbClr>
            </a:solidFill>
            <a:prstDash val="solid"/>
          </a:ln>
        </p:spPr>
      </p:sp>
      <p:sp>
        <p:nvSpPr>
          <p:cNvPr id="241" name="Shape 238"/>
          <p:cNvSpPr/>
          <p:nvPr/>
        </p:nvSpPr>
        <p:spPr>
          <a:xfrm>
            <a:off x="8101584" y="3607308"/>
            <a:ext cx="100584" cy="118872"/>
          </a:xfrm>
          <a:prstGeom prst="roundRect">
            <a:avLst>
              <a:gd name="adj" fmla="val 22727"/>
            </a:avLst>
          </a:prstGeom>
          <a:solidFill>
            <a:srgbClr val="DEDEDE"/>
          </a:solidFill>
          <a:ln w="12700">
            <a:solidFill>
              <a:srgbClr val="DEDEDE">
                <a:alpha val="0"/>
              </a:srgbClr>
            </a:solidFill>
            <a:prstDash val="solid"/>
          </a:ln>
        </p:spPr>
      </p:sp>
      <p:sp>
        <p:nvSpPr>
          <p:cNvPr id="242" name="Shape 239"/>
          <p:cNvSpPr/>
          <p:nvPr/>
        </p:nvSpPr>
        <p:spPr>
          <a:xfrm>
            <a:off x="8257032" y="3607308"/>
            <a:ext cx="100584" cy="118872"/>
          </a:xfrm>
          <a:prstGeom prst="roundRect">
            <a:avLst>
              <a:gd name="adj" fmla="val 22727"/>
            </a:avLst>
          </a:prstGeom>
          <a:solidFill>
            <a:srgbClr val="DEDEDE"/>
          </a:solidFill>
          <a:ln w="12700">
            <a:solidFill>
              <a:srgbClr val="DEDEDE">
                <a:alpha val="0"/>
              </a:srgbClr>
            </a:solidFill>
            <a:prstDash val="solid"/>
          </a:ln>
        </p:spPr>
      </p:sp>
      <p:sp>
        <p:nvSpPr>
          <p:cNvPr id="243" name="Shape 240"/>
          <p:cNvSpPr/>
          <p:nvPr/>
        </p:nvSpPr>
        <p:spPr>
          <a:xfrm>
            <a:off x="8412480" y="3607308"/>
            <a:ext cx="100584" cy="118872"/>
          </a:xfrm>
          <a:prstGeom prst="roundRect">
            <a:avLst>
              <a:gd name="adj" fmla="val 22727"/>
            </a:avLst>
          </a:prstGeom>
          <a:solidFill>
            <a:srgbClr val="DEDEDE"/>
          </a:solidFill>
          <a:ln w="12700">
            <a:solidFill>
              <a:srgbClr val="DEDEDE">
                <a:alpha val="0"/>
              </a:srgbClr>
            </a:solidFill>
            <a:prstDash val="solid"/>
          </a:ln>
        </p:spPr>
      </p:sp>
      <p:sp>
        <p:nvSpPr>
          <p:cNvPr id="244" name="Shape 241"/>
          <p:cNvSpPr/>
          <p:nvPr/>
        </p:nvSpPr>
        <p:spPr>
          <a:xfrm>
            <a:off x="8567928" y="3607308"/>
            <a:ext cx="100584" cy="118872"/>
          </a:xfrm>
          <a:prstGeom prst="roundRect">
            <a:avLst>
              <a:gd name="adj" fmla="val 22727"/>
            </a:avLst>
          </a:prstGeom>
          <a:solidFill>
            <a:srgbClr val="B11F4B"/>
          </a:solidFill>
          <a:ln w="12700">
            <a:solidFill>
              <a:srgbClr val="B11F4B">
                <a:alpha val="0"/>
              </a:srgbClr>
            </a:solidFill>
            <a:prstDash val="solid"/>
          </a:ln>
        </p:spPr>
      </p:sp>
      <p:sp>
        <p:nvSpPr>
          <p:cNvPr id="245" name="Shape 242"/>
          <p:cNvSpPr/>
          <p:nvPr/>
        </p:nvSpPr>
        <p:spPr>
          <a:xfrm>
            <a:off x="8723376" y="3607308"/>
            <a:ext cx="100584" cy="118872"/>
          </a:xfrm>
          <a:prstGeom prst="roundRect">
            <a:avLst>
              <a:gd name="adj" fmla="val 22727"/>
            </a:avLst>
          </a:prstGeom>
          <a:solidFill>
            <a:srgbClr val="DEDEDE"/>
          </a:solidFill>
          <a:ln w="12700">
            <a:solidFill>
              <a:srgbClr val="DEDEDE">
                <a:alpha val="0"/>
              </a:srgbClr>
            </a:solidFill>
            <a:prstDash val="solid"/>
          </a:ln>
        </p:spPr>
      </p:sp>
      <p:sp>
        <p:nvSpPr>
          <p:cNvPr id="246" name="Shape 243"/>
          <p:cNvSpPr/>
          <p:nvPr/>
        </p:nvSpPr>
        <p:spPr>
          <a:xfrm>
            <a:off x="8878824" y="3607308"/>
            <a:ext cx="100584" cy="118872"/>
          </a:xfrm>
          <a:prstGeom prst="roundRect">
            <a:avLst>
              <a:gd name="adj" fmla="val 22727"/>
            </a:avLst>
          </a:prstGeom>
          <a:solidFill>
            <a:srgbClr val="DEDEDE"/>
          </a:solidFill>
          <a:ln w="12700">
            <a:solidFill>
              <a:srgbClr val="DEDEDE">
                <a:alpha val="0"/>
              </a:srgbClr>
            </a:solidFill>
            <a:prstDash val="solid"/>
          </a:ln>
        </p:spPr>
      </p:sp>
      <p:sp>
        <p:nvSpPr>
          <p:cNvPr id="247" name="Shape 244"/>
          <p:cNvSpPr/>
          <p:nvPr/>
        </p:nvSpPr>
        <p:spPr>
          <a:xfrm>
            <a:off x="9034272" y="3607308"/>
            <a:ext cx="100584" cy="118872"/>
          </a:xfrm>
          <a:prstGeom prst="roundRect">
            <a:avLst>
              <a:gd name="adj" fmla="val 22727"/>
            </a:avLst>
          </a:prstGeom>
          <a:solidFill>
            <a:srgbClr val="DEDEDE"/>
          </a:solidFill>
          <a:ln w="12700">
            <a:solidFill>
              <a:srgbClr val="DEDEDE">
                <a:alpha val="0"/>
              </a:srgbClr>
            </a:solidFill>
            <a:prstDash val="solid"/>
          </a:ln>
        </p:spPr>
      </p:sp>
      <p:sp>
        <p:nvSpPr>
          <p:cNvPr id="248" name="Shape 245"/>
          <p:cNvSpPr/>
          <p:nvPr/>
        </p:nvSpPr>
        <p:spPr>
          <a:xfrm>
            <a:off x="9189720" y="3607308"/>
            <a:ext cx="100584" cy="118872"/>
          </a:xfrm>
          <a:prstGeom prst="roundRect">
            <a:avLst>
              <a:gd name="adj" fmla="val 22727"/>
            </a:avLst>
          </a:prstGeom>
          <a:solidFill>
            <a:srgbClr val="DEDEDE"/>
          </a:solidFill>
          <a:ln w="12700">
            <a:solidFill>
              <a:srgbClr val="DEDEDE">
                <a:alpha val="0"/>
              </a:srgbClr>
            </a:solidFill>
            <a:prstDash val="solid"/>
          </a:ln>
        </p:spPr>
      </p:sp>
      <p:sp>
        <p:nvSpPr>
          <p:cNvPr id="249" name="Shape 246"/>
          <p:cNvSpPr/>
          <p:nvPr/>
        </p:nvSpPr>
        <p:spPr>
          <a:xfrm>
            <a:off x="9345168" y="3607308"/>
            <a:ext cx="100584" cy="118872"/>
          </a:xfrm>
          <a:prstGeom prst="roundRect">
            <a:avLst>
              <a:gd name="adj" fmla="val 22727"/>
            </a:avLst>
          </a:prstGeom>
          <a:solidFill>
            <a:srgbClr val="B11F4B"/>
          </a:solidFill>
          <a:ln w="12700">
            <a:solidFill>
              <a:srgbClr val="B11F4B">
                <a:alpha val="0"/>
              </a:srgbClr>
            </a:solidFill>
            <a:prstDash val="solid"/>
          </a:ln>
        </p:spPr>
      </p:sp>
      <p:sp>
        <p:nvSpPr>
          <p:cNvPr id="250" name="Shape 247"/>
          <p:cNvSpPr/>
          <p:nvPr/>
        </p:nvSpPr>
        <p:spPr>
          <a:xfrm>
            <a:off x="9500616" y="3607308"/>
            <a:ext cx="100584" cy="118872"/>
          </a:xfrm>
          <a:prstGeom prst="roundRect">
            <a:avLst>
              <a:gd name="adj" fmla="val 22727"/>
            </a:avLst>
          </a:prstGeom>
          <a:solidFill>
            <a:srgbClr val="DEDEDE"/>
          </a:solidFill>
          <a:ln w="12700">
            <a:solidFill>
              <a:srgbClr val="DEDEDE">
                <a:alpha val="0"/>
              </a:srgbClr>
            </a:solidFill>
            <a:prstDash val="solid"/>
          </a:ln>
        </p:spPr>
      </p:sp>
      <p:sp>
        <p:nvSpPr>
          <p:cNvPr id="251" name="Shape 248"/>
          <p:cNvSpPr/>
          <p:nvPr/>
        </p:nvSpPr>
        <p:spPr>
          <a:xfrm>
            <a:off x="9656064" y="3607308"/>
            <a:ext cx="100584" cy="118872"/>
          </a:xfrm>
          <a:prstGeom prst="roundRect">
            <a:avLst>
              <a:gd name="adj" fmla="val 22727"/>
            </a:avLst>
          </a:prstGeom>
          <a:solidFill>
            <a:srgbClr val="DEDEDE"/>
          </a:solidFill>
          <a:ln w="12700">
            <a:solidFill>
              <a:srgbClr val="DEDEDE">
                <a:alpha val="0"/>
              </a:srgbClr>
            </a:solidFill>
            <a:prstDash val="solid"/>
          </a:ln>
        </p:spPr>
      </p:sp>
      <p:sp>
        <p:nvSpPr>
          <p:cNvPr id="252" name="Shape 249"/>
          <p:cNvSpPr/>
          <p:nvPr/>
        </p:nvSpPr>
        <p:spPr>
          <a:xfrm>
            <a:off x="9811512" y="3607308"/>
            <a:ext cx="100584" cy="118872"/>
          </a:xfrm>
          <a:prstGeom prst="roundRect">
            <a:avLst>
              <a:gd name="adj" fmla="val 22727"/>
            </a:avLst>
          </a:prstGeom>
          <a:solidFill>
            <a:srgbClr val="DEDEDE"/>
          </a:solidFill>
          <a:ln w="12700">
            <a:solidFill>
              <a:srgbClr val="DEDEDE">
                <a:alpha val="0"/>
              </a:srgbClr>
            </a:solidFill>
            <a:prstDash val="solid"/>
          </a:ln>
        </p:spPr>
      </p:sp>
      <p:sp>
        <p:nvSpPr>
          <p:cNvPr id="253" name="Shape 250"/>
          <p:cNvSpPr/>
          <p:nvPr/>
        </p:nvSpPr>
        <p:spPr>
          <a:xfrm>
            <a:off x="9966960" y="3607308"/>
            <a:ext cx="100584" cy="118872"/>
          </a:xfrm>
          <a:prstGeom prst="roundRect">
            <a:avLst>
              <a:gd name="adj" fmla="val 22727"/>
            </a:avLst>
          </a:prstGeom>
          <a:solidFill>
            <a:srgbClr val="DEDEDE"/>
          </a:solidFill>
          <a:ln w="12700">
            <a:solidFill>
              <a:srgbClr val="DEDEDE">
                <a:alpha val="0"/>
              </a:srgbClr>
            </a:solidFill>
            <a:prstDash val="solid"/>
          </a:ln>
        </p:spPr>
      </p:sp>
      <p:sp>
        <p:nvSpPr>
          <p:cNvPr id="254" name="Shape 251"/>
          <p:cNvSpPr/>
          <p:nvPr/>
        </p:nvSpPr>
        <p:spPr>
          <a:xfrm>
            <a:off x="10122408" y="3607308"/>
            <a:ext cx="100584" cy="118872"/>
          </a:xfrm>
          <a:prstGeom prst="roundRect">
            <a:avLst>
              <a:gd name="adj" fmla="val 22727"/>
            </a:avLst>
          </a:prstGeom>
          <a:solidFill>
            <a:srgbClr val="B11F4B"/>
          </a:solidFill>
          <a:ln w="12700">
            <a:solidFill>
              <a:srgbClr val="B11F4B">
                <a:alpha val="0"/>
              </a:srgbClr>
            </a:solidFill>
            <a:prstDash val="solid"/>
          </a:ln>
        </p:spPr>
      </p:sp>
      <p:sp>
        <p:nvSpPr>
          <p:cNvPr id="255" name="Shape 252"/>
          <p:cNvSpPr/>
          <p:nvPr/>
        </p:nvSpPr>
        <p:spPr>
          <a:xfrm>
            <a:off x="10277856" y="3607308"/>
            <a:ext cx="100584" cy="118872"/>
          </a:xfrm>
          <a:prstGeom prst="roundRect">
            <a:avLst>
              <a:gd name="adj" fmla="val 22727"/>
            </a:avLst>
          </a:prstGeom>
          <a:solidFill>
            <a:srgbClr val="DEDEDE"/>
          </a:solidFill>
          <a:ln w="12700">
            <a:solidFill>
              <a:srgbClr val="DEDEDE">
                <a:alpha val="0"/>
              </a:srgbClr>
            </a:solidFill>
            <a:prstDash val="solid"/>
          </a:ln>
        </p:spPr>
      </p:sp>
      <p:sp>
        <p:nvSpPr>
          <p:cNvPr id="256" name="Shape 253"/>
          <p:cNvSpPr/>
          <p:nvPr/>
        </p:nvSpPr>
        <p:spPr>
          <a:xfrm>
            <a:off x="10433304" y="3607308"/>
            <a:ext cx="100584" cy="118872"/>
          </a:xfrm>
          <a:prstGeom prst="roundRect">
            <a:avLst>
              <a:gd name="adj" fmla="val 22727"/>
            </a:avLst>
          </a:prstGeom>
          <a:solidFill>
            <a:srgbClr val="DEDEDE"/>
          </a:solidFill>
          <a:ln w="12700">
            <a:solidFill>
              <a:srgbClr val="DEDEDE">
                <a:alpha val="0"/>
              </a:srgbClr>
            </a:solidFill>
            <a:prstDash val="solid"/>
          </a:ln>
        </p:spPr>
      </p:sp>
      <p:sp>
        <p:nvSpPr>
          <p:cNvPr id="257" name="Shape 254"/>
          <p:cNvSpPr/>
          <p:nvPr/>
        </p:nvSpPr>
        <p:spPr>
          <a:xfrm>
            <a:off x="10588752" y="3607308"/>
            <a:ext cx="100584" cy="118872"/>
          </a:xfrm>
          <a:prstGeom prst="roundRect">
            <a:avLst>
              <a:gd name="adj" fmla="val 22727"/>
            </a:avLst>
          </a:prstGeom>
          <a:solidFill>
            <a:srgbClr val="DEDEDE"/>
          </a:solidFill>
          <a:ln w="12700">
            <a:solidFill>
              <a:srgbClr val="DEDEDE">
                <a:alpha val="0"/>
              </a:srgbClr>
            </a:solidFill>
            <a:prstDash val="solid"/>
          </a:ln>
        </p:spPr>
      </p:sp>
      <p:sp>
        <p:nvSpPr>
          <p:cNvPr id="258" name="Shape 255"/>
          <p:cNvSpPr/>
          <p:nvPr/>
        </p:nvSpPr>
        <p:spPr>
          <a:xfrm>
            <a:off x="10744200" y="3607308"/>
            <a:ext cx="100584" cy="118872"/>
          </a:xfrm>
          <a:prstGeom prst="roundRect">
            <a:avLst>
              <a:gd name="adj" fmla="val 22727"/>
            </a:avLst>
          </a:prstGeom>
          <a:solidFill>
            <a:srgbClr val="DEDEDE"/>
          </a:solidFill>
          <a:ln w="12700">
            <a:solidFill>
              <a:srgbClr val="DEDEDE">
                <a:alpha val="0"/>
              </a:srgbClr>
            </a:solidFill>
            <a:prstDash val="solid"/>
          </a:ln>
        </p:spPr>
      </p:sp>
      <p:sp>
        <p:nvSpPr>
          <p:cNvPr id="259" name="Text 256"/>
          <p:cNvSpPr/>
          <p:nvPr/>
        </p:nvSpPr>
        <p:spPr>
          <a:xfrm>
            <a:off x="6903720" y="4069080"/>
            <a:ext cx="4443984" cy="1033272"/>
          </a:xfrm>
          <a:prstGeom prst="rect">
            <a:avLst/>
          </a:prstGeom>
          <a:noFill/>
          <a:ln/>
        </p:spPr>
        <p:txBody>
          <a:bodyPr wrap="square" lIns="0" tIns="0" rIns="0" bIns="0" rtlCol="0" anchor="ctr"/>
          <a:lstStyle/>
          <a:p>
            <a:pPr indent="0" marL="0">
              <a:buNone/>
            </a:pPr>
            <a:r>
              <a:rPr lang="en-US" sz="2200" dirty="0">
                <a:solidFill>
                  <a:srgbClr val="5C5C5C"/>
                </a:solidFill>
                <a:latin typeface="Aptos" pitchFamily="34" charset="0"/>
                <a:ea typeface="Aptos" pitchFamily="34" charset="-122"/>
                <a:cs typeface="Aptos" pitchFamily="34" charset="-120"/>
              </a:rPr>
              <a:t>Each dot = 10 attendees.</a:t>
            </a:r>
            <a:endParaRPr lang="en-US" sz="2200" dirty="0"/>
          </a:p>
          <a:p>
            <a:pPr indent="0" marL="0">
              <a:buNone/>
            </a:pPr>
            <a:r>
              <a:rPr lang="en-US" sz="2200" dirty="0">
                <a:solidFill>
                  <a:srgbClr val="5C5C5C"/>
                </a:solidFill>
                <a:latin typeface="Aptos" pitchFamily="34" charset="0"/>
                <a:ea typeface="Aptos" pitchFamily="34" charset="-122"/>
                <a:cs typeface="Aptos" pitchFamily="34" charset="-120"/>
              </a:rPr>
              <a:t>Every fifth attendee retries.</a:t>
            </a:r>
            <a:endParaRPr lang="en-US" sz="2200" dirty="0"/>
          </a:p>
        </p:txBody>
      </p:sp>
      <p:sp>
        <p:nvSpPr>
          <p:cNvPr id="260" name="Text 257"/>
          <p:cNvSpPr/>
          <p:nvPr/>
        </p:nvSpPr>
        <p:spPr>
          <a:xfrm>
            <a:off x="667512" y="5330952"/>
            <a:ext cx="10789920" cy="731520"/>
          </a:xfrm>
          <a:prstGeom prst="rect">
            <a:avLst/>
          </a:prstGeom>
          <a:noFill/>
          <a:ln/>
        </p:spPr>
        <p:txBody>
          <a:bodyPr wrap="square" lIns="0" tIns="0" rIns="0" bIns="0" rtlCol="0" anchor="ctr"/>
          <a:lstStyle/>
          <a:p>
            <a:pPr indent="0" marL="0">
              <a:buNone/>
            </a:pPr>
            <a:r>
              <a:rPr lang="en-US" sz="3000" b="1" dirty="0">
                <a:solidFill>
                  <a:srgbClr val="242424"/>
                </a:solidFill>
                <a:latin typeface="Aptos" pitchFamily="34" charset="0"/>
                <a:ea typeface="Aptos" pitchFamily="34" charset="-122"/>
                <a:cs typeface="Aptos" pitchFamily="34" charset="-120"/>
              </a:rPr>
              <a:t>What happens when the first plan becomes wrong?</a:t>
            </a:r>
            <a:endParaRPr lang="en-US" sz="3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3D3B3A"/>
        </a:solidFill>
      </p:bgPr>
    </p:bg>
    <p:spTree>
      <p:nvGrpSpPr>
        <p:cNvPr id="1" name=""/>
        <p:cNvGrpSpPr/>
        <p:nvPr/>
      </p:nvGrpSpPr>
      <p:grpSpPr>
        <a:xfrm>
          <a:off x="0" y="0"/>
          <a:ext cx="0" cy="0"/>
          <a:chOff x="0" y="0"/>
          <a:chExt cx="0" cy="0"/>
        </a:xfrm>
      </p:grpSpPr>
      <p:sp>
        <p:nvSpPr>
          <p:cNvPr id="2" name="Text 0"/>
          <p:cNvSpPr/>
          <p:nvPr/>
        </p:nvSpPr>
        <p:spPr>
          <a:xfrm>
            <a:off x="566928" y="429768"/>
            <a:ext cx="11009376" cy="768096"/>
          </a:xfrm>
          <a:prstGeom prst="rect">
            <a:avLst/>
          </a:prstGeom>
          <a:noFill/>
          <a:ln/>
        </p:spPr>
        <p:txBody>
          <a:bodyPr wrap="square" lIns="0" tIns="0" rIns="0" bIns="0" rtlCol="0" anchor="t"/>
          <a:lstStyle/>
          <a:p>
            <a:pPr indent="0" marL="0">
              <a:buNone/>
            </a:pPr>
            <a:r>
              <a:rPr lang="en-US" sz="4400" b="1" dirty="0">
                <a:solidFill>
                  <a:srgbClr val="DEDEDE"/>
                </a:solidFill>
                <a:latin typeface="Aptos Display" pitchFamily="34" charset="0"/>
                <a:ea typeface="Aptos Display" pitchFamily="34" charset="-122"/>
                <a:cs typeface="Aptos Display" pitchFamily="34" charset="-120"/>
              </a:rPr>
              <a:t>An agent needs a feedback loop.</a:t>
            </a:r>
            <a:endParaRPr lang="en-US" sz="4400" dirty="0"/>
          </a:p>
        </p:txBody>
      </p:sp>
      <p:sp>
        <p:nvSpPr>
          <p:cNvPr id="3" name="Text 1"/>
          <p:cNvSpPr/>
          <p:nvPr/>
        </p:nvSpPr>
        <p:spPr>
          <a:xfrm>
            <a:off x="566928" y="6446520"/>
            <a:ext cx="4663440" cy="201168"/>
          </a:xfrm>
          <a:prstGeom prst="rect">
            <a:avLst/>
          </a:prstGeom>
          <a:noFill/>
          <a:ln/>
        </p:spPr>
        <p:txBody>
          <a:bodyPr wrap="square" lIns="0" tIns="0" rIns="0" bIns="0" rtlCol="0" anchor="ctr"/>
          <a:lstStyle/>
          <a:p>
            <a:pPr indent="0" marL="0">
              <a:buNone/>
            </a:pPr>
            <a:r>
              <a:rPr lang="en-US" sz="1100" spc="80" kern="0" dirty="0">
                <a:solidFill>
                  <a:srgbClr val="B0B0B0"/>
                </a:solidFill>
                <a:latin typeface="Aptos" pitchFamily="34" charset="0"/>
                <a:ea typeface="Aptos" pitchFamily="34" charset="-122"/>
                <a:cs typeface="Aptos" pitchFamily="34" charset="-120"/>
              </a:rPr>
              <a:t>LAUNCH RESCUE / GITHUB COPILOT</a:t>
            </a:r>
            <a:endParaRPr lang="en-US" sz="1100" dirty="0"/>
          </a:p>
        </p:txBody>
      </p:sp>
      <p:sp>
        <p:nvSpPr>
          <p:cNvPr id="4" name="Text 2">
            <a:hlinkClick r:id="rId1" tooltip=""/>
          </p:cNvPr>
          <p:cNvSpPr/>
          <p:nvPr/>
        </p:nvSpPr>
        <p:spPr>
          <a:xfrm>
            <a:off x="6437376" y="6446520"/>
            <a:ext cx="4599432" cy="201168"/>
          </a:xfrm>
          <a:prstGeom prst="rect">
            <a:avLst/>
          </a:prstGeom>
          <a:noFill/>
          <a:ln/>
        </p:spPr>
        <p:txBody>
          <a:bodyPr wrap="square" lIns="0" tIns="0" rIns="0" bIns="0" rtlCol="0" anchor="ctr"/>
          <a:lstStyle/>
          <a:p>
            <a:pPr algn="r" indent="0" marL="0">
              <a:buNone/>
            </a:pPr>
            <a:r>
              <a:rPr lang="en-US" sz="1100" u="sng" dirty="0">
                <a:solidFill>
                  <a:srgbClr val="B0B0B0"/>
                </a:solid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S1 · S6 · S7 · S18  |  10 OCT 2026</a:t>
            </a:r>
            <a:endParaRPr lang="en-US" sz="1100" dirty="0"/>
          </a:p>
        </p:txBody>
      </p:sp>
      <p:sp>
        <p:nvSpPr>
          <p:cNvPr id="5" name="Text 3"/>
          <p:cNvSpPr/>
          <p:nvPr/>
        </p:nvSpPr>
        <p:spPr>
          <a:xfrm>
            <a:off x="11137392" y="6419088"/>
            <a:ext cx="457200" cy="256032"/>
          </a:xfrm>
          <a:prstGeom prst="rect">
            <a:avLst/>
          </a:prstGeom>
          <a:noFill/>
          <a:ln/>
        </p:spPr>
        <p:txBody>
          <a:bodyPr wrap="square" lIns="0" tIns="0" rIns="0" bIns="0" rtlCol="0" anchor="ctr"/>
          <a:lstStyle/>
          <a:p>
            <a:pPr algn="r" indent="0" marL="0">
              <a:buNone/>
            </a:pPr>
            <a:r>
              <a:rPr lang="en-US" sz="1300" dirty="0">
                <a:solidFill>
                  <a:srgbClr val="B0B0B0"/>
                </a:solidFill>
                <a:latin typeface="Aptos" pitchFamily="34" charset="0"/>
                <a:ea typeface="Aptos" pitchFamily="34" charset="-122"/>
                <a:cs typeface="Aptos" pitchFamily="34" charset="-120"/>
              </a:rPr>
              <a:t>03</a:t>
            </a:r>
            <a:endParaRPr lang="en-US" sz="1300" dirty="0"/>
          </a:p>
        </p:txBody>
      </p:sp>
      <p:sp>
        <p:nvSpPr>
          <p:cNvPr id="7" name="Shape 4"/>
          <p:cNvSpPr/>
          <p:nvPr/>
        </p:nvSpPr>
        <p:spPr>
          <a:xfrm>
            <a:off x="749808" y="2240280"/>
            <a:ext cx="2103120" cy="987552"/>
          </a:xfrm>
          <a:prstGeom prst="roundRect">
            <a:avLst>
              <a:gd name="adj" fmla="val 9259"/>
            </a:avLst>
          </a:prstGeom>
          <a:solidFill>
            <a:srgbClr val="292929"/>
          </a:solidFill>
          <a:ln w="16510">
            <a:solidFill>
              <a:srgbClr val="5F5F5F"/>
            </a:solidFill>
            <a:prstDash val="solid"/>
          </a:ln>
        </p:spPr>
      </p:sp>
      <p:sp>
        <p:nvSpPr>
          <p:cNvPr id="8" name="Text 5"/>
          <p:cNvSpPr/>
          <p:nvPr/>
        </p:nvSpPr>
        <p:spPr>
          <a:xfrm>
            <a:off x="868680" y="2331720"/>
            <a:ext cx="1865376" cy="804672"/>
          </a:xfrm>
          <a:prstGeom prst="rect">
            <a:avLst/>
          </a:prstGeom>
          <a:noFill/>
          <a:ln/>
        </p:spPr>
        <p:txBody>
          <a:bodyPr wrap="square" lIns="0" tIns="0" rIns="0" bIns="0" rtlCol="0" anchor="ctr"/>
          <a:lstStyle/>
          <a:p>
            <a:pPr algn="ctr" indent="0" marL="0">
              <a:buNone/>
            </a:pPr>
            <a:r>
              <a:rPr lang="en-US" sz="2800" b="1" dirty="0">
                <a:solidFill>
                  <a:srgbClr val="DEDEDE"/>
                </a:solidFill>
                <a:latin typeface="Aptos" pitchFamily="34" charset="0"/>
                <a:ea typeface="Aptos" pitchFamily="34" charset="-122"/>
                <a:cs typeface="Aptos" pitchFamily="34" charset="-120"/>
              </a:rPr>
              <a:t>Observe</a:t>
            </a:r>
            <a:endParaRPr lang="en-US" sz="2800" dirty="0"/>
          </a:p>
        </p:txBody>
      </p:sp>
      <p:sp>
        <p:nvSpPr>
          <p:cNvPr id="9" name="Shape 6"/>
          <p:cNvSpPr/>
          <p:nvPr/>
        </p:nvSpPr>
        <p:spPr>
          <a:xfrm>
            <a:off x="3602736" y="2240280"/>
            <a:ext cx="2103120" cy="987552"/>
          </a:xfrm>
          <a:prstGeom prst="roundRect">
            <a:avLst>
              <a:gd name="adj" fmla="val 9259"/>
            </a:avLst>
          </a:prstGeom>
          <a:solidFill>
            <a:srgbClr val="292929"/>
          </a:solidFill>
          <a:ln w="16510">
            <a:solidFill>
              <a:srgbClr val="5F5F5F"/>
            </a:solidFill>
            <a:prstDash val="solid"/>
          </a:ln>
        </p:spPr>
      </p:sp>
      <p:sp>
        <p:nvSpPr>
          <p:cNvPr id="10" name="Text 7"/>
          <p:cNvSpPr/>
          <p:nvPr/>
        </p:nvSpPr>
        <p:spPr>
          <a:xfrm>
            <a:off x="3721608" y="2331720"/>
            <a:ext cx="1865376" cy="804672"/>
          </a:xfrm>
          <a:prstGeom prst="rect">
            <a:avLst/>
          </a:prstGeom>
          <a:noFill/>
          <a:ln/>
        </p:spPr>
        <p:txBody>
          <a:bodyPr wrap="square" lIns="0" tIns="0" rIns="0" bIns="0" rtlCol="0" anchor="ctr"/>
          <a:lstStyle/>
          <a:p>
            <a:pPr algn="ctr" indent="0" marL="0">
              <a:buNone/>
            </a:pPr>
            <a:r>
              <a:rPr lang="en-US" sz="2800" b="1" dirty="0">
                <a:solidFill>
                  <a:srgbClr val="DEDEDE"/>
                </a:solidFill>
                <a:latin typeface="Aptos" pitchFamily="34" charset="0"/>
                <a:ea typeface="Aptos" pitchFamily="34" charset="-122"/>
                <a:cs typeface="Aptos" pitchFamily="34" charset="-120"/>
              </a:rPr>
              <a:t>Reason</a:t>
            </a:r>
            <a:endParaRPr lang="en-US" sz="2800" dirty="0"/>
          </a:p>
        </p:txBody>
      </p:sp>
      <p:sp>
        <p:nvSpPr>
          <p:cNvPr id="11" name="Shape 8"/>
          <p:cNvSpPr/>
          <p:nvPr/>
        </p:nvSpPr>
        <p:spPr>
          <a:xfrm>
            <a:off x="6455664" y="2240280"/>
            <a:ext cx="2103120" cy="987552"/>
          </a:xfrm>
          <a:prstGeom prst="roundRect">
            <a:avLst>
              <a:gd name="adj" fmla="val 9259"/>
            </a:avLst>
          </a:prstGeom>
          <a:solidFill>
            <a:srgbClr val="292929"/>
          </a:solidFill>
          <a:ln w="16510">
            <a:solidFill>
              <a:srgbClr val="5F5F5F"/>
            </a:solidFill>
            <a:prstDash val="solid"/>
          </a:ln>
        </p:spPr>
      </p:sp>
      <p:sp>
        <p:nvSpPr>
          <p:cNvPr id="12" name="Text 9"/>
          <p:cNvSpPr/>
          <p:nvPr/>
        </p:nvSpPr>
        <p:spPr>
          <a:xfrm>
            <a:off x="6574536" y="2331720"/>
            <a:ext cx="1865376" cy="804672"/>
          </a:xfrm>
          <a:prstGeom prst="rect">
            <a:avLst/>
          </a:prstGeom>
          <a:noFill/>
          <a:ln/>
        </p:spPr>
        <p:txBody>
          <a:bodyPr wrap="square" lIns="0" tIns="0" rIns="0" bIns="0" rtlCol="0" anchor="ctr"/>
          <a:lstStyle/>
          <a:p>
            <a:pPr algn="ctr" indent="0" marL="0">
              <a:buNone/>
            </a:pPr>
            <a:r>
              <a:rPr lang="en-US" sz="2800" b="1" dirty="0">
                <a:solidFill>
                  <a:srgbClr val="DEDEDE"/>
                </a:solidFill>
                <a:latin typeface="Aptos" pitchFamily="34" charset="0"/>
                <a:ea typeface="Aptos" pitchFamily="34" charset="-122"/>
                <a:cs typeface="Aptos" pitchFamily="34" charset="-120"/>
              </a:rPr>
              <a:t>Act</a:t>
            </a:r>
            <a:endParaRPr lang="en-US" sz="2800" dirty="0"/>
          </a:p>
        </p:txBody>
      </p:sp>
      <p:sp>
        <p:nvSpPr>
          <p:cNvPr id="13" name="Shape 10"/>
          <p:cNvSpPr/>
          <p:nvPr/>
        </p:nvSpPr>
        <p:spPr>
          <a:xfrm>
            <a:off x="9308592" y="2240280"/>
            <a:ext cx="2103120" cy="987552"/>
          </a:xfrm>
          <a:prstGeom prst="roundRect">
            <a:avLst>
              <a:gd name="adj" fmla="val 9259"/>
            </a:avLst>
          </a:prstGeom>
          <a:solidFill>
            <a:srgbClr val="FD8EA1"/>
          </a:solidFill>
          <a:ln w="16510">
            <a:solidFill>
              <a:srgbClr val="FD8EA1"/>
            </a:solidFill>
            <a:prstDash val="solid"/>
          </a:ln>
        </p:spPr>
      </p:sp>
      <p:sp>
        <p:nvSpPr>
          <p:cNvPr id="14" name="Text 11"/>
          <p:cNvSpPr/>
          <p:nvPr/>
        </p:nvSpPr>
        <p:spPr>
          <a:xfrm>
            <a:off x="9427464" y="2331720"/>
            <a:ext cx="1865376" cy="804672"/>
          </a:xfrm>
          <a:prstGeom prst="rect">
            <a:avLst/>
          </a:prstGeom>
          <a:noFill/>
          <a:ln/>
        </p:spPr>
        <p:txBody>
          <a:bodyPr wrap="square" lIns="0" tIns="0" rIns="0" bIns="0" rtlCol="0" anchor="ctr"/>
          <a:lstStyle/>
          <a:p>
            <a:pPr algn="ctr" indent="0" marL="0">
              <a:buNone/>
            </a:pPr>
            <a:r>
              <a:rPr lang="en-US" sz="2800" b="1" dirty="0">
                <a:solidFill>
                  <a:srgbClr val="3D3B3A"/>
                </a:solidFill>
                <a:latin typeface="Aptos" pitchFamily="34" charset="0"/>
                <a:ea typeface="Aptos" pitchFamily="34" charset="-122"/>
                <a:cs typeface="Aptos" pitchFamily="34" charset="-120"/>
              </a:rPr>
              <a:t>Verify</a:t>
            </a:r>
            <a:endParaRPr lang="en-US" sz="2800" dirty="0"/>
          </a:p>
        </p:txBody>
      </p:sp>
      <p:sp>
        <p:nvSpPr>
          <p:cNvPr id="15" name="Shape 12"/>
          <p:cNvSpPr/>
          <p:nvPr/>
        </p:nvSpPr>
        <p:spPr>
          <a:xfrm>
            <a:off x="2852928" y="2734056"/>
            <a:ext cx="749808" cy="0"/>
          </a:xfrm>
          <a:prstGeom prst="line">
            <a:avLst/>
          </a:prstGeom>
          <a:noFill/>
          <a:ln w="25400">
            <a:solidFill>
              <a:srgbClr val="FD8EA1"/>
            </a:solidFill>
            <a:prstDash val="solid"/>
            <a:tailEnd type="triangle"/>
          </a:ln>
        </p:spPr>
      </p:sp>
      <p:sp>
        <p:nvSpPr>
          <p:cNvPr id="16" name="Shape 13"/>
          <p:cNvSpPr/>
          <p:nvPr/>
        </p:nvSpPr>
        <p:spPr>
          <a:xfrm>
            <a:off x="5705856" y="2734056"/>
            <a:ext cx="749808" cy="0"/>
          </a:xfrm>
          <a:prstGeom prst="line">
            <a:avLst/>
          </a:prstGeom>
          <a:noFill/>
          <a:ln w="25400">
            <a:solidFill>
              <a:srgbClr val="FD8EA1"/>
            </a:solidFill>
            <a:prstDash val="solid"/>
            <a:tailEnd type="triangle"/>
          </a:ln>
        </p:spPr>
      </p:sp>
      <p:sp>
        <p:nvSpPr>
          <p:cNvPr id="17" name="Shape 14"/>
          <p:cNvSpPr/>
          <p:nvPr/>
        </p:nvSpPr>
        <p:spPr>
          <a:xfrm>
            <a:off x="8558784" y="2734056"/>
            <a:ext cx="749808" cy="0"/>
          </a:xfrm>
          <a:prstGeom prst="line">
            <a:avLst/>
          </a:prstGeom>
          <a:noFill/>
          <a:ln w="25400">
            <a:solidFill>
              <a:srgbClr val="FD8EA1"/>
            </a:solidFill>
            <a:prstDash val="solid"/>
            <a:tailEnd type="triangle"/>
          </a:ln>
        </p:spPr>
      </p:sp>
      <p:sp>
        <p:nvSpPr>
          <p:cNvPr id="18" name="Shape 15"/>
          <p:cNvSpPr/>
          <p:nvPr/>
        </p:nvSpPr>
        <p:spPr>
          <a:xfrm>
            <a:off x="10369296" y="3227832"/>
            <a:ext cx="0" cy="905256"/>
          </a:xfrm>
          <a:prstGeom prst="line">
            <a:avLst/>
          </a:prstGeom>
          <a:noFill/>
          <a:ln w="25400">
            <a:solidFill>
              <a:srgbClr val="FD8EA1"/>
            </a:solidFill>
            <a:prstDash val="solid"/>
            <a:tailEnd type="none"/>
          </a:ln>
        </p:spPr>
      </p:sp>
      <p:sp>
        <p:nvSpPr>
          <p:cNvPr id="19" name="Shape 16"/>
          <p:cNvSpPr/>
          <p:nvPr/>
        </p:nvSpPr>
        <p:spPr>
          <a:xfrm flipH="1">
            <a:off x="1801368" y="4133088"/>
            <a:ext cx="8567928" cy="0"/>
          </a:xfrm>
          <a:prstGeom prst="line">
            <a:avLst/>
          </a:prstGeom>
          <a:noFill/>
          <a:ln w="25400">
            <a:solidFill>
              <a:srgbClr val="FD8EA1"/>
            </a:solidFill>
            <a:prstDash val="solid"/>
            <a:tailEnd type="none"/>
          </a:ln>
        </p:spPr>
      </p:sp>
      <p:sp>
        <p:nvSpPr>
          <p:cNvPr id="20" name="Shape 17"/>
          <p:cNvSpPr/>
          <p:nvPr/>
        </p:nvSpPr>
        <p:spPr>
          <a:xfrm flipV="1">
            <a:off x="1801368" y="3227832"/>
            <a:ext cx="0" cy="905256"/>
          </a:xfrm>
          <a:prstGeom prst="line">
            <a:avLst/>
          </a:prstGeom>
          <a:noFill/>
          <a:ln w="25400">
            <a:solidFill>
              <a:srgbClr val="FD8EA1"/>
            </a:solidFill>
            <a:prstDash val="solid"/>
            <a:tailEnd type="triangle"/>
          </a:ln>
        </p:spPr>
      </p:sp>
      <p:sp>
        <p:nvSpPr>
          <p:cNvPr id="21" name="Text 18"/>
          <p:cNvSpPr/>
          <p:nvPr/>
        </p:nvSpPr>
        <p:spPr>
          <a:xfrm>
            <a:off x="795528" y="4800600"/>
            <a:ext cx="10607040" cy="996696"/>
          </a:xfrm>
          <a:prstGeom prst="rect">
            <a:avLst/>
          </a:prstGeom>
          <a:noFill/>
          <a:ln/>
        </p:spPr>
        <p:txBody>
          <a:bodyPr wrap="square" lIns="0" tIns="0" rIns="0" bIns="0" rtlCol="0" anchor="ctr"/>
          <a:lstStyle/>
          <a:p>
            <a:pPr indent="0" marL="0">
              <a:buNone/>
            </a:pPr>
            <a:r>
              <a:rPr lang="en-US" sz="3100" b="1" dirty="0">
                <a:solidFill>
                  <a:srgbClr val="DEDEDE"/>
                </a:solidFill>
                <a:latin typeface="Aptos" pitchFamily="34" charset="0"/>
                <a:ea typeface="Aptos" pitchFamily="34" charset="-122"/>
                <a:cs typeface="Aptos" pitchFamily="34" charset="-120"/>
              </a:rPr>
              <a:t>Autonomy controls when it stops.</a:t>
            </a:r>
            <a:endParaRPr lang="en-US" sz="3100" dirty="0"/>
          </a:p>
          <a:p>
            <a:pPr indent="0" marL="0">
              <a:buNone/>
            </a:pPr>
            <a:r>
              <a:rPr lang="en-US" sz="3100" b="1" dirty="0">
                <a:solidFill>
                  <a:srgbClr val="DEDEDE"/>
                </a:solidFill>
                <a:latin typeface="Aptos" pitchFamily="34" charset="0"/>
                <a:ea typeface="Aptos" pitchFamily="34" charset="-122"/>
                <a:cs typeface="Aptos" pitchFamily="34" charset="-120"/>
              </a:rPr>
              <a:t>Verification determines whether it worked.</a:t>
            </a:r>
            <a:endParaRPr lang="en-US" sz="3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F"/>
        </a:solidFill>
      </p:bgPr>
    </p:bg>
    <p:spTree>
      <p:nvGrpSpPr>
        <p:cNvPr id="1" name=""/>
        <p:cNvGrpSpPr/>
        <p:nvPr/>
      </p:nvGrpSpPr>
      <p:grpSpPr>
        <a:xfrm>
          <a:off x="0" y="0"/>
          <a:ext cx="0" cy="0"/>
          <a:chOff x="0" y="0"/>
          <a:chExt cx="0" cy="0"/>
        </a:xfrm>
      </p:grpSpPr>
      <p:sp>
        <p:nvSpPr>
          <p:cNvPr id="2" name="Text 0"/>
          <p:cNvSpPr/>
          <p:nvPr/>
        </p:nvSpPr>
        <p:spPr>
          <a:xfrm>
            <a:off x="566928" y="429768"/>
            <a:ext cx="11009376" cy="1261872"/>
          </a:xfrm>
          <a:prstGeom prst="rect">
            <a:avLst/>
          </a:prstGeom>
          <a:noFill/>
          <a:ln/>
        </p:spPr>
        <p:txBody>
          <a:bodyPr wrap="square" lIns="0" tIns="0" rIns="0" bIns="0" rtlCol="0" anchor="t"/>
          <a:lstStyle/>
          <a:p>
            <a:pPr indent="0" marL="0">
              <a:buNone/>
            </a:pPr>
            <a:r>
              <a:rPr lang="en-US" sz="4200" b="1" dirty="0">
                <a:solidFill>
                  <a:srgbClr val="242424"/>
                </a:solidFill>
                <a:latin typeface="Aptos Display" pitchFamily="34" charset="0"/>
                <a:ea typeface="Aptos Display" pitchFamily="34" charset="-122"/>
                <a:cs typeface="Aptos Display" pitchFamily="34" charset="-120"/>
              </a:rPr>
              <a:t>Three controls.</a:t>
            </a:r>
            <a:endParaRPr lang="en-US" sz="4200" dirty="0"/>
          </a:p>
          <a:p>
            <a:pPr indent="0" marL="0">
              <a:buNone/>
            </a:pPr>
            <a:r>
              <a:rPr lang="en-US" sz="4200" b="1" dirty="0">
                <a:solidFill>
                  <a:srgbClr val="242424"/>
                </a:solidFill>
                <a:latin typeface="Aptos Display" pitchFamily="34" charset="0"/>
                <a:ea typeface="Aptos Display" pitchFamily="34" charset="-122"/>
                <a:cs typeface="Aptos Display" pitchFamily="34" charset="-120"/>
              </a:rPr>
              <a:t>Three different jobs.</a:t>
            </a:r>
            <a:endParaRPr lang="en-US" sz="4200" dirty="0"/>
          </a:p>
        </p:txBody>
      </p:sp>
      <p:sp>
        <p:nvSpPr>
          <p:cNvPr id="3" name="Text 1"/>
          <p:cNvSpPr/>
          <p:nvPr/>
        </p:nvSpPr>
        <p:spPr>
          <a:xfrm>
            <a:off x="566928" y="6446520"/>
            <a:ext cx="4663440" cy="201168"/>
          </a:xfrm>
          <a:prstGeom prst="rect">
            <a:avLst/>
          </a:prstGeom>
          <a:noFill/>
          <a:ln/>
        </p:spPr>
        <p:txBody>
          <a:bodyPr wrap="square" lIns="0" tIns="0" rIns="0" bIns="0" rtlCol="0" anchor="ctr"/>
          <a:lstStyle/>
          <a:p>
            <a:pPr indent="0" marL="0">
              <a:buNone/>
            </a:pPr>
            <a:r>
              <a:rPr lang="en-US" sz="1100" spc="80" kern="0" dirty="0">
                <a:solidFill>
                  <a:srgbClr val="5C5C5C"/>
                </a:solidFill>
                <a:latin typeface="Aptos" pitchFamily="34" charset="0"/>
                <a:ea typeface="Aptos" pitchFamily="34" charset="-122"/>
                <a:cs typeface="Aptos" pitchFamily="34" charset="-120"/>
              </a:rPr>
              <a:t>LAUNCH RESCUE / GITHUB COPILOT</a:t>
            </a:r>
            <a:endParaRPr lang="en-US" sz="1100" dirty="0"/>
          </a:p>
        </p:txBody>
      </p:sp>
      <p:sp>
        <p:nvSpPr>
          <p:cNvPr id="4" name="Text 2">
            <a:hlinkClick r:id="rId1" tooltip=""/>
          </p:cNvPr>
          <p:cNvSpPr/>
          <p:nvPr/>
        </p:nvSpPr>
        <p:spPr>
          <a:xfrm>
            <a:off x="6437376" y="6446520"/>
            <a:ext cx="4599432" cy="201168"/>
          </a:xfrm>
          <a:prstGeom prst="rect">
            <a:avLst/>
          </a:prstGeom>
          <a:noFill/>
          <a:ln/>
        </p:spPr>
        <p:txBody>
          <a:bodyPr wrap="square" lIns="0" tIns="0" rIns="0" bIns="0" rtlCol="0" anchor="ctr"/>
          <a:lstStyle/>
          <a:p>
            <a:pPr algn="r" indent="0" marL="0">
              <a:buNone/>
            </a:pPr>
            <a:r>
              <a:rPr lang="en-US" sz="1100" u="sng" dirty="0">
                <a:solidFill>
                  <a:srgbClr val="5C5C5C"/>
                </a:solid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S1 · S6 · S7  |  10 OCT 2026</a:t>
            </a:r>
            <a:endParaRPr lang="en-US" sz="1100" dirty="0"/>
          </a:p>
        </p:txBody>
      </p:sp>
      <p:sp>
        <p:nvSpPr>
          <p:cNvPr id="5" name="Text 3"/>
          <p:cNvSpPr/>
          <p:nvPr/>
        </p:nvSpPr>
        <p:spPr>
          <a:xfrm>
            <a:off x="11137392" y="6419088"/>
            <a:ext cx="457200" cy="256032"/>
          </a:xfrm>
          <a:prstGeom prst="rect">
            <a:avLst/>
          </a:prstGeom>
          <a:noFill/>
          <a:ln/>
        </p:spPr>
        <p:txBody>
          <a:bodyPr wrap="square" lIns="0" tIns="0" rIns="0" bIns="0" rtlCol="0" anchor="ctr"/>
          <a:lstStyle/>
          <a:p>
            <a:pPr algn="r" indent="0" marL="0">
              <a:buNone/>
            </a:pPr>
            <a:r>
              <a:rPr lang="en-US" sz="1300" dirty="0">
                <a:solidFill>
                  <a:srgbClr val="5C5C5C"/>
                </a:solidFill>
                <a:latin typeface="Aptos" pitchFamily="34" charset="0"/>
                <a:ea typeface="Aptos" pitchFamily="34" charset="-122"/>
                <a:cs typeface="Aptos" pitchFamily="34" charset="-120"/>
              </a:rPr>
              <a:t>04</a:t>
            </a:r>
            <a:endParaRPr lang="en-US" sz="1300" dirty="0"/>
          </a:p>
        </p:txBody>
      </p:sp>
      <p:sp>
        <p:nvSpPr>
          <p:cNvPr id="7" name="Shape 4"/>
          <p:cNvSpPr/>
          <p:nvPr/>
        </p:nvSpPr>
        <p:spPr>
          <a:xfrm>
            <a:off x="621792" y="2048256"/>
            <a:ext cx="3493008" cy="2926080"/>
          </a:xfrm>
          <a:prstGeom prst="roundRect">
            <a:avLst>
              <a:gd name="adj" fmla="val 3750"/>
            </a:avLst>
          </a:prstGeom>
          <a:solidFill>
            <a:srgbClr val="FFFFFF"/>
          </a:solidFill>
          <a:ln w="12700">
            <a:solidFill>
              <a:srgbClr val="DEDEDE"/>
            </a:solidFill>
            <a:prstDash val="solid"/>
          </a:ln>
        </p:spPr>
      </p:sp>
      <p:sp>
        <p:nvSpPr>
          <p:cNvPr id="8" name="Text 5"/>
          <p:cNvSpPr/>
          <p:nvPr/>
        </p:nvSpPr>
        <p:spPr>
          <a:xfrm>
            <a:off x="822960" y="2249424"/>
            <a:ext cx="3090672" cy="603504"/>
          </a:xfrm>
          <a:prstGeom prst="rect">
            <a:avLst/>
          </a:prstGeom>
          <a:noFill/>
          <a:ln/>
        </p:spPr>
        <p:txBody>
          <a:bodyPr wrap="square" lIns="0" tIns="0" rIns="0" bIns="0" rtlCol="0" anchor="ctr"/>
          <a:lstStyle/>
          <a:p>
            <a:pPr indent="0" marL="0">
              <a:buNone/>
            </a:pPr>
            <a:r>
              <a:rPr lang="en-US" sz="3100" b="1" dirty="0">
                <a:solidFill>
                  <a:srgbClr val="242424"/>
                </a:solidFill>
                <a:latin typeface="Aptos" pitchFamily="34" charset="0"/>
                <a:ea typeface="Aptos" pitchFamily="34" charset="-122"/>
                <a:cs typeface="Aptos" pitchFamily="34" charset="-120"/>
              </a:rPr>
              <a:t>Autopilot</a:t>
            </a:r>
            <a:endParaRPr lang="en-US" sz="3100" dirty="0"/>
          </a:p>
        </p:txBody>
      </p:sp>
      <p:sp>
        <p:nvSpPr>
          <p:cNvPr id="9" name="Text 6"/>
          <p:cNvSpPr/>
          <p:nvPr/>
        </p:nvSpPr>
        <p:spPr>
          <a:xfrm>
            <a:off x="822960" y="2980944"/>
            <a:ext cx="3090672" cy="1828800"/>
          </a:xfrm>
          <a:prstGeom prst="rect">
            <a:avLst/>
          </a:prstGeom>
          <a:noFill/>
          <a:ln/>
        </p:spPr>
        <p:txBody>
          <a:bodyPr wrap="square" lIns="0" tIns="0" rIns="0" bIns="0" rtlCol="0" anchor="t"/>
          <a:lstStyle/>
          <a:p>
            <a:pPr indent="0" marL="0">
              <a:buNone/>
            </a:pPr>
            <a:r>
              <a:rPr lang="en-US" sz="2100" dirty="0">
                <a:solidFill>
                  <a:srgbClr val="5C5C5C"/>
                </a:solidFill>
                <a:latin typeface="Aptos" pitchFamily="34" charset="0"/>
                <a:ea typeface="Aptos" pitchFamily="34" charset="-122"/>
                <a:cs typeface="Aptos" pitchFamily="34" charset="-120"/>
              </a:rPr>
              <a:t>Keep working.</a:t>
            </a:r>
            <a:endParaRPr lang="en-US" sz="2100" dirty="0"/>
          </a:p>
          <a:p>
            <a:pPr indent="0" marL="0">
              <a:buNone/>
            </a:pPr>
            <a:endParaRPr lang="en-US" sz="2100" dirty="0"/>
          </a:p>
          <a:p>
            <a:pPr indent="0" marL="0">
              <a:buNone/>
            </a:pPr>
            <a:r>
              <a:rPr lang="en-US" sz="2100" dirty="0">
                <a:solidFill>
                  <a:srgbClr val="5C5C5C"/>
                </a:solidFill>
                <a:latin typeface="Aptos" pitchFamily="34" charset="0"/>
                <a:ea typeface="Aptos" pitchFamily="34" charset="-122"/>
                <a:cs typeface="Aptos" pitchFamily="34" charset="-120"/>
              </a:rPr>
              <a:t>The agent continues toward the goal.</a:t>
            </a:r>
            <a:endParaRPr lang="en-US" sz="2100" dirty="0"/>
          </a:p>
        </p:txBody>
      </p:sp>
      <p:sp>
        <p:nvSpPr>
          <p:cNvPr id="10" name="Shape 7"/>
          <p:cNvSpPr/>
          <p:nvPr/>
        </p:nvSpPr>
        <p:spPr>
          <a:xfrm>
            <a:off x="4343400" y="2048256"/>
            <a:ext cx="3493008" cy="2926080"/>
          </a:xfrm>
          <a:prstGeom prst="roundRect">
            <a:avLst>
              <a:gd name="adj" fmla="val 3750"/>
            </a:avLst>
          </a:prstGeom>
          <a:solidFill>
            <a:srgbClr val="FFFFFF"/>
          </a:solidFill>
          <a:ln w="12700">
            <a:solidFill>
              <a:srgbClr val="DEDEDE"/>
            </a:solidFill>
            <a:prstDash val="solid"/>
          </a:ln>
        </p:spPr>
      </p:sp>
      <p:sp>
        <p:nvSpPr>
          <p:cNvPr id="11" name="Text 8"/>
          <p:cNvSpPr/>
          <p:nvPr/>
        </p:nvSpPr>
        <p:spPr>
          <a:xfrm>
            <a:off x="4544568" y="2249424"/>
            <a:ext cx="3090672" cy="603504"/>
          </a:xfrm>
          <a:prstGeom prst="rect">
            <a:avLst/>
          </a:prstGeom>
          <a:noFill/>
          <a:ln/>
        </p:spPr>
        <p:txBody>
          <a:bodyPr wrap="square" lIns="0" tIns="0" rIns="0" bIns="0" rtlCol="0" anchor="ctr"/>
          <a:lstStyle/>
          <a:p>
            <a:pPr indent="0" marL="0">
              <a:buNone/>
            </a:pPr>
            <a:r>
              <a:rPr lang="en-US" sz="3100" b="1" dirty="0">
                <a:solidFill>
                  <a:srgbClr val="242424"/>
                </a:solidFill>
                <a:latin typeface="Aptos" pitchFamily="34" charset="0"/>
                <a:ea typeface="Aptos" pitchFamily="34" charset="-122"/>
                <a:cs typeface="Aptos" pitchFamily="34" charset="-120"/>
              </a:rPr>
              <a:t>/fleet</a:t>
            </a:r>
            <a:endParaRPr lang="en-US" sz="3100" dirty="0"/>
          </a:p>
        </p:txBody>
      </p:sp>
      <p:sp>
        <p:nvSpPr>
          <p:cNvPr id="12" name="Text 9"/>
          <p:cNvSpPr/>
          <p:nvPr/>
        </p:nvSpPr>
        <p:spPr>
          <a:xfrm>
            <a:off x="4544568" y="2980944"/>
            <a:ext cx="3090672" cy="1828800"/>
          </a:xfrm>
          <a:prstGeom prst="rect">
            <a:avLst/>
          </a:prstGeom>
          <a:noFill/>
          <a:ln/>
        </p:spPr>
        <p:txBody>
          <a:bodyPr wrap="square" lIns="0" tIns="0" rIns="0" bIns="0" rtlCol="0" anchor="t"/>
          <a:lstStyle/>
          <a:p>
            <a:pPr indent="0" marL="0">
              <a:buNone/>
            </a:pPr>
            <a:r>
              <a:rPr lang="en-US" sz="2100" dirty="0">
                <a:solidFill>
                  <a:srgbClr val="5C5C5C"/>
                </a:solidFill>
                <a:latin typeface="Aptos" pitchFamily="34" charset="0"/>
                <a:ea typeface="Aptos" pitchFamily="34" charset="-122"/>
                <a:cs typeface="Aptos" pitchFamily="34" charset="-120"/>
              </a:rPr>
              <a:t>Delegate the work.</a:t>
            </a:r>
            <a:endParaRPr lang="en-US" sz="2100" dirty="0"/>
          </a:p>
          <a:p>
            <a:pPr indent="0" marL="0">
              <a:buNone/>
            </a:pPr>
            <a:endParaRPr lang="en-US" sz="2100" dirty="0"/>
          </a:p>
          <a:p>
            <a:pPr indent="0" marL="0">
              <a:buNone/>
            </a:pPr>
            <a:r>
              <a:rPr lang="en-US" sz="2100" dirty="0">
                <a:solidFill>
                  <a:srgbClr val="5C5C5C"/>
                </a:solidFill>
                <a:latin typeface="Aptos" pitchFamily="34" charset="0"/>
                <a:ea typeface="Aptos" pitchFamily="34" charset="-122"/>
                <a:cs typeface="Aptos" pitchFamily="34" charset="-120"/>
              </a:rPr>
              <a:t>Copilot chooses the decomposition.</a:t>
            </a:r>
            <a:endParaRPr lang="en-US" sz="2100" dirty="0"/>
          </a:p>
        </p:txBody>
      </p:sp>
      <p:sp>
        <p:nvSpPr>
          <p:cNvPr id="13" name="Shape 10"/>
          <p:cNvSpPr/>
          <p:nvPr/>
        </p:nvSpPr>
        <p:spPr>
          <a:xfrm>
            <a:off x="8065008" y="2048256"/>
            <a:ext cx="3493008" cy="2926080"/>
          </a:xfrm>
          <a:prstGeom prst="roundRect">
            <a:avLst>
              <a:gd name="adj" fmla="val 3750"/>
            </a:avLst>
          </a:prstGeom>
          <a:solidFill>
            <a:srgbClr val="FFFFFF"/>
          </a:solidFill>
          <a:ln w="25400">
            <a:solidFill>
              <a:srgbClr val="B11F4B"/>
            </a:solidFill>
            <a:prstDash val="solid"/>
          </a:ln>
        </p:spPr>
      </p:sp>
      <p:sp>
        <p:nvSpPr>
          <p:cNvPr id="14" name="Text 11"/>
          <p:cNvSpPr/>
          <p:nvPr/>
        </p:nvSpPr>
        <p:spPr>
          <a:xfrm>
            <a:off x="8266176" y="2249424"/>
            <a:ext cx="3090672" cy="603504"/>
          </a:xfrm>
          <a:prstGeom prst="rect">
            <a:avLst/>
          </a:prstGeom>
          <a:noFill/>
          <a:ln/>
        </p:spPr>
        <p:txBody>
          <a:bodyPr wrap="square" lIns="0" tIns="0" rIns="0" bIns="0" rtlCol="0" anchor="ctr"/>
          <a:lstStyle/>
          <a:p>
            <a:pPr indent="0" marL="0">
              <a:buNone/>
            </a:pPr>
            <a:r>
              <a:rPr lang="en-US" sz="2800" b="1" dirty="0">
                <a:solidFill>
                  <a:srgbClr val="242424"/>
                </a:solidFill>
                <a:latin typeface="Aptos" pitchFamily="34" charset="0"/>
                <a:ea typeface="Aptos" pitchFamily="34" charset="-122"/>
                <a:cs typeface="Aptos" pitchFamily="34" charset="-120"/>
              </a:rPr>
              <a:t>Dynamic workflow</a:t>
            </a:r>
            <a:endParaRPr lang="en-US" sz="2800" dirty="0"/>
          </a:p>
        </p:txBody>
      </p:sp>
      <p:sp>
        <p:nvSpPr>
          <p:cNvPr id="15" name="Text 12"/>
          <p:cNvSpPr/>
          <p:nvPr/>
        </p:nvSpPr>
        <p:spPr>
          <a:xfrm>
            <a:off x="8266176" y="2980944"/>
            <a:ext cx="3090672" cy="1828800"/>
          </a:xfrm>
          <a:prstGeom prst="rect">
            <a:avLst/>
          </a:prstGeom>
          <a:noFill/>
          <a:ln/>
        </p:spPr>
        <p:txBody>
          <a:bodyPr wrap="square" lIns="0" tIns="0" rIns="0" bIns="0" rtlCol="0" anchor="t"/>
          <a:lstStyle/>
          <a:p>
            <a:pPr indent="0" marL="0">
              <a:buNone/>
            </a:pPr>
            <a:r>
              <a:rPr lang="en-US" sz="2100" dirty="0">
                <a:solidFill>
                  <a:srgbClr val="5C5C5C"/>
                </a:solidFill>
                <a:latin typeface="Aptos" pitchFamily="34" charset="0"/>
                <a:ea typeface="Aptos" pitchFamily="34" charset="-122"/>
                <a:cs typeface="Aptos" pitchFamily="34" charset="-120"/>
              </a:rPr>
              <a:t>Define the process.</a:t>
            </a:r>
            <a:endParaRPr lang="en-US" sz="2100" dirty="0"/>
          </a:p>
          <a:p>
            <a:pPr indent="0" marL="0">
              <a:buNone/>
            </a:pPr>
            <a:endParaRPr lang="en-US" sz="2100" dirty="0"/>
          </a:p>
          <a:p>
            <a:pPr indent="0" marL="0">
              <a:buNone/>
            </a:pPr>
            <a:r>
              <a:rPr lang="en-US" sz="2100" dirty="0">
                <a:solidFill>
                  <a:srgbClr val="5C5C5C"/>
                </a:solidFill>
                <a:latin typeface="Aptos" pitchFamily="34" charset="0"/>
                <a:ea typeface="Aptos" pitchFamily="34" charset="-122"/>
                <a:cs typeface="Aptos" pitchFamily="34" charset="-120"/>
              </a:rPr>
              <a:t>Code owns the stages, branches, and handoffs.</a:t>
            </a:r>
            <a:endParaRPr lang="en-US" sz="2100" dirty="0"/>
          </a:p>
        </p:txBody>
      </p:sp>
      <p:sp>
        <p:nvSpPr>
          <p:cNvPr id="16" name="Text 13"/>
          <p:cNvSpPr/>
          <p:nvPr/>
        </p:nvSpPr>
        <p:spPr>
          <a:xfrm>
            <a:off x="786384" y="5422392"/>
            <a:ext cx="10744200" cy="576072"/>
          </a:xfrm>
          <a:prstGeom prst="rect">
            <a:avLst/>
          </a:prstGeom>
          <a:noFill/>
          <a:ln/>
        </p:spPr>
        <p:txBody>
          <a:bodyPr wrap="square" lIns="0" tIns="0" rIns="0" bIns="0" rtlCol="0" anchor="ctr"/>
          <a:lstStyle/>
          <a:p>
            <a:pPr indent="0" marL="0">
              <a:buNone/>
            </a:pPr>
            <a:r>
              <a:rPr lang="en-US" sz="3000" b="1" dirty="0">
                <a:solidFill>
                  <a:srgbClr val="B11F4B"/>
                </a:solidFill>
                <a:latin typeface="Aptos" pitchFamily="34" charset="0"/>
                <a:ea typeface="Aptos" pitchFamily="34" charset="-122"/>
                <a:cs typeface="Aptos" pitchFamily="34" charset="-120"/>
              </a:rPr>
              <a:t>Autonomy  ≠  parallelism  ≠  a reusable process</a:t>
            </a:r>
            <a:endParaRPr lang="en-US" sz="3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3D3B3A"/>
        </a:solidFill>
      </p:bgPr>
    </p:bg>
    <p:spTree>
      <p:nvGrpSpPr>
        <p:cNvPr id="1" name=""/>
        <p:cNvGrpSpPr/>
        <p:nvPr/>
      </p:nvGrpSpPr>
      <p:grpSpPr>
        <a:xfrm>
          <a:off x="0" y="0"/>
          <a:ext cx="0" cy="0"/>
          <a:chOff x="0" y="0"/>
          <a:chExt cx="0" cy="0"/>
        </a:xfrm>
      </p:grpSpPr>
      <p:sp>
        <p:nvSpPr>
          <p:cNvPr id="2" name="Text 0"/>
          <p:cNvSpPr/>
          <p:nvPr/>
        </p:nvSpPr>
        <p:spPr>
          <a:xfrm>
            <a:off x="566928" y="429768"/>
            <a:ext cx="11009376" cy="768096"/>
          </a:xfrm>
          <a:prstGeom prst="rect">
            <a:avLst/>
          </a:prstGeom>
          <a:noFill/>
          <a:ln/>
        </p:spPr>
        <p:txBody>
          <a:bodyPr wrap="square" lIns="0" tIns="0" rIns="0" bIns="0" rtlCol="0" anchor="t"/>
          <a:lstStyle/>
          <a:p>
            <a:pPr indent="0" marL="0">
              <a:buNone/>
            </a:pPr>
            <a:r>
              <a:rPr lang="en-US" sz="4400" b="1" dirty="0">
                <a:solidFill>
                  <a:srgbClr val="DEDEDE"/>
                </a:solidFill>
                <a:latin typeface="Aptos Display" pitchFamily="34" charset="0"/>
                <a:ea typeface="Aptos Display" pitchFamily="34" charset="-122"/>
                <a:cs typeface="Aptos Display" pitchFamily="34" charset="-120"/>
              </a:rPr>
              <a:t>Same word. Different runtimes.</a:t>
            </a:r>
            <a:endParaRPr lang="en-US" sz="4400" dirty="0"/>
          </a:p>
        </p:txBody>
      </p:sp>
      <p:sp>
        <p:nvSpPr>
          <p:cNvPr id="3" name="Text 1"/>
          <p:cNvSpPr/>
          <p:nvPr/>
        </p:nvSpPr>
        <p:spPr>
          <a:xfrm>
            <a:off x="566928" y="6446520"/>
            <a:ext cx="4663440" cy="201168"/>
          </a:xfrm>
          <a:prstGeom prst="rect">
            <a:avLst/>
          </a:prstGeom>
          <a:noFill/>
          <a:ln/>
        </p:spPr>
        <p:txBody>
          <a:bodyPr wrap="square" lIns="0" tIns="0" rIns="0" bIns="0" rtlCol="0" anchor="ctr"/>
          <a:lstStyle/>
          <a:p>
            <a:pPr indent="0" marL="0">
              <a:buNone/>
            </a:pPr>
            <a:r>
              <a:rPr lang="en-US" sz="1100" spc="80" kern="0" dirty="0">
                <a:solidFill>
                  <a:srgbClr val="B0B0B0"/>
                </a:solidFill>
                <a:latin typeface="Aptos" pitchFamily="34" charset="0"/>
                <a:ea typeface="Aptos" pitchFamily="34" charset="-122"/>
                <a:cs typeface="Aptos" pitchFamily="34" charset="-120"/>
              </a:rPr>
              <a:t>LAUNCH RESCUE / GITHUB COPILOT</a:t>
            </a:r>
            <a:endParaRPr lang="en-US" sz="1100" dirty="0"/>
          </a:p>
        </p:txBody>
      </p:sp>
      <p:sp>
        <p:nvSpPr>
          <p:cNvPr id="4" name="Text 2">
            <a:hlinkClick r:id="rId1" tooltip=""/>
          </p:cNvPr>
          <p:cNvSpPr/>
          <p:nvPr/>
        </p:nvSpPr>
        <p:spPr>
          <a:xfrm>
            <a:off x="6437376" y="6446520"/>
            <a:ext cx="4599432" cy="201168"/>
          </a:xfrm>
          <a:prstGeom prst="rect">
            <a:avLst/>
          </a:prstGeom>
          <a:noFill/>
          <a:ln/>
        </p:spPr>
        <p:txBody>
          <a:bodyPr wrap="square" lIns="0" tIns="0" rIns="0" bIns="0" rtlCol="0" anchor="ctr"/>
          <a:lstStyle/>
          <a:p>
            <a:pPr algn="r" indent="0" marL="0">
              <a:buNone/>
            </a:pPr>
            <a:r>
              <a:rPr lang="en-US" sz="1100" u="sng" dirty="0">
                <a:solidFill>
                  <a:srgbClr val="B0B0B0"/>
                </a:solid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S1 · S2 · S13 · S14  |  10 OCT 2026</a:t>
            </a:r>
            <a:endParaRPr lang="en-US" sz="1100" dirty="0"/>
          </a:p>
        </p:txBody>
      </p:sp>
      <p:sp>
        <p:nvSpPr>
          <p:cNvPr id="5" name="Text 3"/>
          <p:cNvSpPr/>
          <p:nvPr/>
        </p:nvSpPr>
        <p:spPr>
          <a:xfrm>
            <a:off x="11137392" y="6419088"/>
            <a:ext cx="457200" cy="256032"/>
          </a:xfrm>
          <a:prstGeom prst="rect">
            <a:avLst/>
          </a:prstGeom>
          <a:noFill/>
          <a:ln/>
        </p:spPr>
        <p:txBody>
          <a:bodyPr wrap="square" lIns="0" tIns="0" rIns="0" bIns="0" rtlCol="0" anchor="ctr"/>
          <a:lstStyle/>
          <a:p>
            <a:pPr algn="r" indent="0" marL="0">
              <a:buNone/>
            </a:pPr>
            <a:r>
              <a:rPr lang="en-US" sz="1300" dirty="0">
                <a:solidFill>
                  <a:srgbClr val="B0B0B0"/>
                </a:solidFill>
                <a:latin typeface="Aptos" pitchFamily="34" charset="0"/>
                <a:ea typeface="Aptos" pitchFamily="34" charset="-122"/>
                <a:cs typeface="Aptos" pitchFamily="34" charset="-120"/>
              </a:rPr>
              <a:t>05</a:t>
            </a:r>
            <a:endParaRPr lang="en-US" sz="1300" dirty="0"/>
          </a:p>
        </p:txBody>
      </p:sp>
      <p:sp>
        <p:nvSpPr>
          <p:cNvPr id="7" name="Text 4"/>
          <p:cNvSpPr/>
          <p:nvPr/>
        </p:nvSpPr>
        <p:spPr>
          <a:xfrm>
            <a:off x="685800" y="1700784"/>
            <a:ext cx="5175504" cy="658368"/>
          </a:xfrm>
          <a:prstGeom prst="rect">
            <a:avLst/>
          </a:prstGeom>
          <a:noFill/>
          <a:ln/>
        </p:spPr>
        <p:txBody>
          <a:bodyPr wrap="square" lIns="0" tIns="0" rIns="0" bIns="0" rtlCol="0" anchor="ctr"/>
          <a:lstStyle/>
          <a:p>
            <a:pPr indent="0" marL="0">
              <a:buNone/>
            </a:pPr>
            <a:r>
              <a:rPr lang="en-US" sz="2900" b="1" dirty="0">
                <a:solidFill>
                  <a:srgbClr val="DEDEDE"/>
                </a:solidFill>
                <a:latin typeface="Aptos" pitchFamily="34" charset="0"/>
                <a:ea typeface="Aptos" pitchFamily="34" charset="-122"/>
                <a:cs typeface="Aptos" pitchFamily="34" charset="-120"/>
              </a:rPr>
              <a:t>Copilot dynamic workflows</a:t>
            </a:r>
            <a:endParaRPr lang="en-US" sz="2900" dirty="0"/>
          </a:p>
        </p:txBody>
      </p:sp>
      <p:sp>
        <p:nvSpPr>
          <p:cNvPr id="8" name="Text 5"/>
          <p:cNvSpPr/>
          <p:nvPr/>
        </p:nvSpPr>
        <p:spPr>
          <a:xfrm>
            <a:off x="6419088" y="1700784"/>
            <a:ext cx="5084064" cy="658368"/>
          </a:xfrm>
          <a:prstGeom prst="rect">
            <a:avLst/>
          </a:prstGeom>
          <a:noFill/>
          <a:ln/>
        </p:spPr>
        <p:txBody>
          <a:bodyPr wrap="square" lIns="0" tIns="0" rIns="0" bIns="0" rtlCol="0" anchor="ctr"/>
          <a:lstStyle/>
          <a:p>
            <a:pPr indent="0" marL="0">
              <a:buNone/>
            </a:pPr>
            <a:r>
              <a:rPr lang="en-US" sz="2900" b="1" dirty="0">
                <a:solidFill>
                  <a:srgbClr val="DEDEDE"/>
                </a:solidFill>
                <a:latin typeface="Aptos" pitchFamily="34" charset="0"/>
                <a:ea typeface="Aptos" pitchFamily="34" charset="-122"/>
                <a:cs typeface="Aptos" pitchFamily="34" charset="-120"/>
              </a:rPr>
              <a:t>GitHub Agentic Workflows</a:t>
            </a:r>
            <a:endParaRPr lang="en-US" sz="2900" dirty="0"/>
          </a:p>
        </p:txBody>
      </p:sp>
      <p:sp>
        <p:nvSpPr>
          <p:cNvPr id="9" name="Shape 6"/>
          <p:cNvSpPr/>
          <p:nvPr/>
        </p:nvSpPr>
        <p:spPr>
          <a:xfrm>
            <a:off x="6007608" y="1737360"/>
            <a:ext cx="16459" cy="3977640"/>
          </a:xfrm>
          <a:prstGeom prst="rect">
            <a:avLst/>
          </a:prstGeom>
          <a:solidFill>
            <a:srgbClr val="5F5F5F"/>
          </a:solidFill>
          <a:ln w="12700">
            <a:solidFill>
              <a:srgbClr val="5F5F5F">
                <a:alpha val="0"/>
              </a:srgbClr>
            </a:solidFill>
            <a:prstDash val="solid"/>
          </a:ln>
        </p:spPr>
      </p:sp>
      <p:sp>
        <p:nvSpPr>
          <p:cNvPr id="10" name="Shape 7"/>
          <p:cNvSpPr/>
          <p:nvPr/>
        </p:nvSpPr>
        <p:spPr>
          <a:xfrm>
            <a:off x="804672" y="2715768"/>
            <a:ext cx="4709160" cy="960120"/>
          </a:xfrm>
          <a:prstGeom prst="roundRect">
            <a:avLst>
              <a:gd name="adj" fmla="val 9524"/>
            </a:avLst>
          </a:prstGeom>
          <a:solidFill>
            <a:srgbClr val="FD8EA1"/>
          </a:solidFill>
          <a:ln w="16510">
            <a:solidFill>
              <a:srgbClr val="FD8EA1"/>
            </a:solidFill>
            <a:prstDash val="solid"/>
          </a:ln>
        </p:spPr>
      </p:sp>
      <p:sp>
        <p:nvSpPr>
          <p:cNvPr id="11" name="Text 8"/>
          <p:cNvSpPr/>
          <p:nvPr/>
        </p:nvSpPr>
        <p:spPr>
          <a:xfrm>
            <a:off x="923544" y="2807208"/>
            <a:ext cx="4471416" cy="777240"/>
          </a:xfrm>
          <a:prstGeom prst="rect">
            <a:avLst/>
          </a:prstGeom>
          <a:noFill/>
          <a:ln/>
        </p:spPr>
        <p:txBody>
          <a:bodyPr wrap="square" lIns="0" tIns="0" rIns="0" bIns="0" rtlCol="0" anchor="ctr"/>
          <a:lstStyle/>
          <a:p>
            <a:pPr algn="ctr" indent="0" marL="0">
              <a:buNone/>
            </a:pPr>
            <a:r>
              <a:rPr lang="en-US" sz="2800" b="1" dirty="0">
                <a:solidFill>
                  <a:srgbClr val="3D3B3A"/>
                </a:solidFill>
                <a:latin typeface="Aptos" pitchFamily="34" charset="0"/>
                <a:ea typeface="Aptos" pitchFamily="34" charset="-122"/>
                <a:cs typeface="Aptos" pitchFamily="34" charset="-120"/>
              </a:rPr>
              <a:t>Extension program</a:t>
            </a:r>
            <a:endParaRPr lang="en-US" sz="2800" dirty="0"/>
          </a:p>
        </p:txBody>
      </p:sp>
      <p:sp>
        <p:nvSpPr>
          <p:cNvPr id="12" name="Shape 9"/>
          <p:cNvSpPr/>
          <p:nvPr/>
        </p:nvSpPr>
        <p:spPr>
          <a:xfrm>
            <a:off x="6528816" y="2715768"/>
            <a:ext cx="4709160" cy="960120"/>
          </a:xfrm>
          <a:prstGeom prst="roundRect">
            <a:avLst>
              <a:gd name="adj" fmla="val 9524"/>
            </a:avLst>
          </a:prstGeom>
          <a:solidFill>
            <a:srgbClr val="292929"/>
          </a:solidFill>
          <a:ln w="16510">
            <a:solidFill>
              <a:srgbClr val="5F5F5F"/>
            </a:solidFill>
            <a:prstDash val="solid"/>
          </a:ln>
        </p:spPr>
      </p:sp>
      <p:sp>
        <p:nvSpPr>
          <p:cNvPr id="13" name="Text 10"/>
          <p:cNvSpPr/>
          <p:nvPr/>
        </p:nvSpPr>
        <p:spPr>
          <a:xfrm>
            <a:off x="6647688" y="2807208"/>
            <a:ext cx="4471416" cy="777240"/>
          </a:xfrm>
          <a:prstGeom prst="rect">
            <a:avLst/>
          </a:prstGeom>
          <a:noFill/>
          <a:ln/>
        </p:spPr>
        <p:txBody>
          <a:bodyPr wrap="square" lIns="0" tIns="0" rIns="0" bIns="0" rtlCol="0" anchor="ctr"/>
          <a:lstStyle/>
          <a:p>
            <a:pPr algn="ctr" indent="0" marL="0">
              <a:buNone/>
            </a:pPr>
            <a:r>
              <a:rPr lang="en-US" sz="2700" b="1" dirty="0">
                <a:solidFill>
                  <a:srgbClr val="DEDEDE"/>
                </a:solidFill>
                <a:latin typeface="Aptos" pitchFamily="34" charset="0"/>
                <a:ea typeface="Aptos" pitchFamily="34" charset="-122"/>
                <a:cs typeface="Aptos" pitchFamily="34" charset="-120"/>
              </a:rPr>
              <a:t>Markdown + frontmatter</a:t>
            </a:r>
            <a:endParaRPr lang="en-US" sz="2700" dirty="0"/>
          </a:p>
        </p:txBody>
      </p:sp>
      <p:sp>
        <p:nvSpPr>
          <p:cNvPr id="14" name="Text 11"/>
          <p:cNvSpPr/>
          <p:nvPr/>
        </p:nvSpPr>
        <p:spPr>
          <a:xfrm>
            <a:off x="896112" y="4087368"/>
            <a:ext cx="4663440" cy="1435608"/>
          </a:xfrm>
          <a:prstGeom prst="rect">
            <a:avLst/>
          </a:prstGeom>
          <a:noFill/>
          <a:ln/>
        </p:spPr>
        <p:txBody>
          <a:bodyPr wrap="square" lIns="0" tIns="0" rIns="0" bIns="0" rtlCol="0" anchor="t"/>
          <a:lstStyle/>
          <a:p>
            <a:pPr indent="0" marL="0">
              <a:buNone/>
            </a:pPr>
            <a:r>
              <a:rPr lang="en-US" sz="2400" dirty="0">
                <a:solidFill>
                  <a:srgbClr val="DEDEDE"/>
                </a:solidFill>
                <a:latin typeface="Aptos" pitchFamily="34" charset="0"/>
                <a:ea typeface="Aptos" pitchFamily="34" charset="-122"/>
                <a:cs typeface="Aptos" pitchFamily="34" charset="-120"/>
              </a:rPr>
              <a:t>CLI · app · SDK</a:t>
            </a:r>
            <a:endParaRPr lang="en-US" sz="2400" dirty="0"/>
          </a:p>
          <a:p>
            <a:pPr indent="0" marL="0">
              <a:buNone/>
            </a:pPr>
            <a:r>
              <a:rPr lang="en-US" sz="2400" dirty="0">
                <a:solidFill>
                  <a:srgbClr val="DEDEDE"/>
                </a:solidFill>
                <a:latin typeface="Aptos" pitchFamily="34" charset="0"/>
                <a:ea typeface="Aptos" pitchFamily="34" charset="-122"/>
                <a:cs typeface="Aptos" pitchFamily="34" charset="-120"/>
              </a:rPr>
              <a:t>Steps, agents, checkpoints, resume</a:t>
            </a:r>
            <a:endParaRPr lang="en-US" sz="2400" dirty="0"/>
          </a:p>
        </p:txBody>
      </p:sp>
      <p:sp>
        <p:nvSpPr>
          <p:cNvPr id="15" name="Text 12"/>
          <p:cNvSpPr/>
          <p:nvPr/>
        </p:nvSpPr>
        <p:spPr>
          <a:xfrm>
            <a:off x="6611112" y="4087368"/>
            <a:ext cx="4663440" cy="1435608"/>
          </a:xfrm>
          <a:prstGeom prst="rect">
            <a:avLst/>
          </a:prstGeom>
          <a:noFill/>
          <a:ln/>
        </p:spPr>
        <p:txBody>
          <a:bodyPr wrap="square" lIns="0" tIns="0" rIns="0" bIns="0" rtlCol="0" anchor="t"/>
          <a:lstStyle/>
          <a:p>
            <a:pPr indent="0" marL="0">
              <a:buNone/>
            </a:pPr>
            <a:r>
              <a:rPr lang="en-US" sz="2400" dirty="0">
                <a:solidFill>
                  <a:srgbClr val="DEDEDE"/>
                </a:solidFill>
                <a:latin typeface="Aptos" pitchFamily="34" charset="0"/>
                <a:ea typeface="Aptos" pitchFamily="34" charset="-122"/>
                <a:cs typeface="Aptos" pitchFamily="34" charset="-120"/>
              </a:rPr>
              <a:t>Compile → GitHub Actions</a:t>
            </a:r>
            <a:endParaRPr lang="en-US" sz="2400" dirty="0"/>
          </a:p>
          <a:p>
            <a:pPr indent="0" marL="0">
              <a:buNone/>
            </a:pPr>
            <a:r>
              <a:rPr lang="en-US" sz="2400" dirty="0">
                <a:solidFill>
                  <a:srgbClr val="DEDEDE"/>
                </a:solidFill>
                <a:latin typeface="Aptos" pitchFamily="34" charset="0"/>
                <a:ea typeface="Aptos" pitchFamily="34" charset="-122"/>
                <a:cs typeface="Aptos" pitchFamily="34" charset="-120"/>
              </a:rPr>
              <a:t>Triggers, runner jobs, safe outputs</a:t>
            </a:r>
            <a:endParaRPr lang="en-US" sz="2400" dirty="0"/>
          </a:p>
        </p:txBody>
      </p:sp>
      <p:sp>
        <p:nvSpPr>
          <p:cNvPr id="16" name="Shape 13"/>
          <p:cNvSpPr/>
          <p:nvPr/>
        </p:nvSpPr>
        <p:spPr>
          <a:xfrm>
            <a:off x="896112" y="5760720"/>
            <a:ext cx="1600200" cy="384048"/>
          </a:xfrm>
          <a:prstGeom prst="roundRect">
            <a:avLst/>
          </a:prstGeom>
          <a:solidFill>
            <a:srgbClr val="FD8EA1"/>
          </a:solidFill>
          <a:ln w="12700">
            <a:solidFill>
              <a:srgbClr val="FD8EA1">
                <a:alpha val="0"/>
              </a:srgbClr>
            </a:solidFill>
            <a:prstDash val="solid"/>
          </a:ln>
        </p:spPr>
      </p:sp>
      <p:sp>
        <p:nvSpPr>
          <p:cNvPr id="17" name="Text 14"/>
          <p:cNvSpPr/>
          <p:nvPr/>
        </p:nvSpPr>
        <p:spPr>
          <a:xfrm>
            <a:off x="1014984" y="5806440"/>
            <a:ext cx="1362456" cy="274320"/>
          </a:xfrm>
          <a:prstGeom prst="rect">
            <a:avLst/>
          </a:prstGeom>
          <a:noFill/>
          <a:ln/>
        </p:spPr>
        <p:txBody>
          <a:bodyPr wrap="square" lIns="0" tIns="0" rIns="0" bIns="0" rtlCol="0" anchor="ctr"/>
          <a:lstStyle/>
          <a:p>
            <a:pPr algn="ctr" indent="0" marL="0">
              <a:buNone/>
            </a:pPr>
            <a:r>
              <a:rPr lang="en-US" sz="1600" b="1" dirty="0">
                <a:solidFill>
                  <a:srgbClr val="3D3B3A"/>
                </a:solidFill>
                <a:latin typeface="Aptos" pitchFamily="34" charset="0"/>
                <a:ea typeface="Aptos" pitchFamily="34" charset="-122"/>
                <a:cs typeface="Aptos" pitchFamily="34" charset="-120"/>
              </a:rPr>
              <a:t>THIS DEMO</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3D3B3A"/>
        </a:solidFill>
      </p:bgPr>
    </p:bg>
    <p:spTree>
      <p:nvGrpSpPr>
        <p:cNvPr id="1" name=""/>
        <p:cNvGrpSpPr/>
        <p:nvPr/>
      </p:nvGrpSpPr>
      <p:grpSpPr>
        <a:xfrm>
          <a:off x="0" y="0"/>
          <a:ext cx="0" cy="0"/>
          <a:chOff x="0" y="0"/>
          <a:chExt cx="0" cy="0"/>
        </a:xfrm>
      </p:grpSpPr>
      <p:sp>
        <p:nvSpPr>
          <p:cNvPr id="2" name="Text 0"/>
          <p:cNvSpPr/>
          <p:nvPr/>
        </p:nvSpPr>
        <p:spPr>
          <a:xfrm>
            <a:off x="566928" y="429768"/>
            <a:ext cx="11009376" cy="1261872"/>
          </a:xfrm>
          <a:prstGeom prst="rect">
            <a:avLst/>
          </a:prstGeom>
          <a:noFill/>
          <a:ln/>
        </p:spPr>
        <p:txBody>
          <a:bodyPr wrap="square" lIns="0" tIns="0" rIns="0" bIns="0" rtlCol="0" anchor="t"/>
          <a:lstStyle/>
          <a:p>
            <a:pPr indent="0" marL="0">
              <a:buNone/>
            </a:pPr>
            <a:r>
              <a:rPr lang="en-US" sz="4200" b="1" dirty="0">
                <a:solidFill>
                  <a:srgbClr val="DEDEDE"/>
                </a:solidFill>
                <a:latin typeface="Aptos Display" pitchFamily="34" charset="0"/>
                <a:ea typeface="Aptos Display" pitchFamily="34" charset="-122"/>
                <a:cs typeface="Aptos Display" pitchFamily="34" charset="-120"/>
              </a:rPr>
              <a:t>Two features.</a:t>
            </a:r>
            <a:endParaRPr lang="en-US" sz="4200" dirty="0"/>
          </a:p>
          <a:p>
            <a:pPr indent="0" marL="0">
              <a:buNone/>
            </a:pPr>
            <a:r>
              <a:rPr lang="en-US" sz="4200" b="1" dirty="0">
                <a:solidFill>
                  <a:srgbClr val="DEDEDE"/>
                </a:solidFill>
                <a:latin typeface="Aptos Display" pitchFamily="34" charset="0"/>
                <a:ea typeface="Aptos Display" pitchFamily="34" charset="-122"/>
                <a:cs typeface="Aptos Display" pitchFamily="34" charset="-120"/>
              </a:rPr>
              <a:t>One controlled process.</a:t>
            </a:r>
            <a:endParaRPr lang="en-US" sz="4200" dirty="0"/>
          </a:p>
        </p:txBody>
      </p:sp>
      <p:sp>
        <p:nvSpPr>
          <p:cNvPr id="3" name="Text 1"/>
          <p:cNvSpPr/>
          <p:nvPr/>
        </p:nvSpPr>
        <p:spPr>
          <a:xfrm>
            <a:off x="566928" y="6446520"/>
            <a:ext cx="4663440" cy="201168"/>
          </a:xfrm>
          <a:prstGeom prst="rect">
            <a:avLst/>
          </a:prstGeom>
          <a:noFill/>
          <a:ln/>
        </p:spPr>
        <p:txBody>
          <a:bodyPr wrap="square" lIns="0" tIns="0" rIns="0" bIns="0" rtlCol="0" anchor="ctr"/>
          <a:lstStyle/>
          <a:p>
            <a:pPr indent="0" marL="0">
              <a:buNone/>
            </a:pPr>
            <a:r>
              <a:rPr lang="en-US" sz="1100" spc="80" kern="0" dirty="0">
                <a:solidFill>
                  <a:srgbClr val="B0B0B0"/>
                </a:solidFill>
                <a:latin typeface="Aptos" pitchFamily="34" charset="0"/>
                <a:ea typeface="Aptos" pitchFamily="34" charset="-122"/>
                <a:cs typeface="Aptos" pitchFamily="34" charset="-120"/>
              </a:rPr>
              <a:t>LAUNCH RESCUE / GITHUB COPILOT</a:t>
            </a:r>
            <a:endParaRPr lang="en-US" sz="1100" dirty="0"/>
          </a:p>
        </p:txBody>
      </p:sp>
      <p:sp>
        <p:nvSpPr>
          <p:cNvPr id="4" name="Text 2">
            <a:hlinkClick r:id="rId1" tooltip=""/>
          </p:cNvPr>
          <p:cNvSpPr/>
          <p:nvPr/>
        </p:nvSpPr>
        <p:spPr>
          <a:xfrm>
            <a:off x="6437376" y="6446520"/>
            <a:ext cx="4599432" cy="201168"/>
          </a:xfrm>
          <a:prstGeom prst="rect">
            <a:avLst/>
          </a:prstGeom>
          <a:noFill/>
          <a:ln/>
        </p:spPr>
        <p:txBody>
          <a:bodyPr wrap="square" lIns="0" tIns="0" rIns="0" bIns="0" rtlCol="0" anchor="ctr"/>
          <a:lstStyle/>
          <a:p>
            <a:pPr algn="r" indent="0" marL="0">
              <a:buNone/>
            </a:pPr>
            <a:r>
              <a:rPr lang="en-US" sz="1100" u="sng" dirty="0">
                <a:solidFill>
                  <a:srgbClr val="B0B0B0"/>
                </a:solid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S1 · S3  |  10 OCT 2026</a:t>
            </a:r>
            <a:endParaRPr lang="en-US" sz="1100" dirty="0"/>
          </a:p>
        </p:txBody>
      </p:sp>
      <p:sp>
        <p:nvSpPr>
          <p:cNvPr id="5" name="Text 3"/>
          <p:cNvSpPr/>
          <p:nvPr/>
        </p:nvSpPr>
        <p:spPr>
          <a:xfrm>
            <a:off x="11137392" y="6419088"/>
            <a:ext cx="457200" cy="256032"/>
          </a:xfrm>
          <a:prstGeom prst="rect">
            <a:avLst/>
          </a:prstGeom>
          <a:noFill/>
          <a:ln/>
        </p:spPr>
        <p:txBody>
          <a:bodyPr wrap="square" lIns="0" tIns="0" rIns="0" bIns="0" rtlCol="0" anchor="ctr"/>
          <a:lstStyle/>
          <a:p>
            <a:pPr algn="r" indent="0" marL="0">
              <a:buNone/>
            </a:pPr>
            <a:r>
              <a:rPr lang="en-US" sz="1300" dirty="0">
                <a:solidFill>
                  <a:srgbClr val="B0B0B0"/>
                </a:solidFill>
                <a:latin typeface="Aptos" pitchFamily="34" charset="0"/>
                <a:ea typeface="Aptos" pitchFamily="34" charset="-122"/>
                <a:cs typeface="Aptos" pitchFamily="34" charset="-120"/>
              </a:rPr>
              <a:t>06</a:t>
            </a:r>
            <a:endParaRPr lang="en-US" sz="1300" dirty="0"/>
          </a:p>
        </p:txBody>
      </p:sp>
      <p:sp>
        <p:nvSpPr>
          <p:cNvPr id="7" name="Shape 4"/>
          <p:cNvSpPr/>
          <p:nvPr/>
        </p:nvSpPr>
        <p:spPr>
          <a:xfrm>
            <a:off x="694944" y="2084832"/>
            <a:ext cx="5303520" cy="2944368"/>
          </a:xfrm>
          <a:prstGeom prst="roundRect">
            <a:avLst>
              <a:gd name="adj" fmla="val 3727"/>
            </a:avLst>
          </a:prstGeom>
          <a:solidFill>
            <a:srgbClr val="292929"/>
          </a:solidFill>
          <a:ln w="12700">
            <a:solidFill>
              <a:srgbClr val="5F5F5F"/>
            </a:solidFill>
            <a:prstDash val="solid"/>
          </a:ln>
        </p:spPr>
      </p:sp>
      <p:sp>
        <p:nvSpPr>
          <p:cNvPr id="8" name="Text 5"/>
          <p:cNvSpPr/>
          <p:nvPr/>
        </p:nvSpPr>
        <p:spPr>
          <a:xfrm>
            <a:off x="896112" y="2286000"/>
            <a:ext cx="4901184" cy="603504"/>
          </a:xfrm>
          <a:prstGeom prst="rect">
            <a:avLst/>
          </a:prstGeom>
          <a:noFill/>
          <a:ln/>
        </p:spPr>
        <p:txBody>
          <a:bodyPr wrap="square" lIns="0" tIns="0" rIns="0" bIns="0" rtlCol="0" anchor="ctr"/>
          <a:lstStyle/>
          <a:p>
            <a:pPr indent="0" marL="0">
              <a:buNone/>
            </a:pPr>
            <a:r>
              <a:rPr lang="en-US" sz="3000" b="1" dirty="0">
                <a:solidFill>
                  <a:srgbClr val="DEDEDE"/>
                </a:solidFill>
                <a:latin typeface="Aptos" pitchFamily="34" charset="0"/>
                <a:ea typeface="Aptos" pitchFamily="34" charset="-122"/>
                <a:cs typeface="Aptos" pitchFamily="34" charset="-120"/>
              </a:rPr>
              <a:t>Dynamic Workflow</a:t>
            </a:r>
            <a:endParaRPr lang="en-US" sz="3000" dirty="0"/>
          </a:p>
        </p:txBody>
      </p:sp>
      <p:sp>
        <p:nvSpPr>
          <p:cNvPr id="9" name="Text 6"/>
          <p:cNvSpPr/>
          <p:nvPr/>
        </p:nvSpPr>
        <p:spPr>
          <a:xfrm>
            <a:off x="896112" y="3017520"/>
            <a:ext cx="4901184" cy="1847088"/>
          </a:xfrm>
          <a:prstGeom prst="rect">
            <a:avLst/>
          </a:prstGeom>
          <a:noFill/>
          <a:ln/>
        </p:spPr>
        <p:txBody>
          <a:bodyPr wrap="square" lIns="0" tIns="0" rIns="0" bIns="0" rtlCol="0" anchor="t"/>
          <a:lstStyle/>
          <a:p>
            <a:pPr indent="0" marL="0">
              <a:buNone/>
            </a:pPr>
            <a:r>
              <a:rPr lang="en-US" sz="2600" dirty="0">
                <a:solidFill>
                  <a:srgbClr val="B0B0B0"/>
                </a:solidFill>
                <a:latin typeface="Aptos" pitchFamily="34" charset="0"/>
                <a:ea typeface="Aptos" pitchFamily="34" charset="-122"/>
                <a:cs typeface="Aptos" pitchFamily="34" charset="-120"/>
              </a:rPr>
              <a:t>Code picks specialists.</a:t>
            </a:r>
            <a:endParaRPr lang="en-US" sz="2600" dirty="0"/>
          </a:p>
          <a:p>
            <a:pPr indent="0" marL="0">
              <a:buNone/>
            </a:pPr>
            <a:r>
              <a:rPr lang="en-US" sz="2600" dirty="0">
                <a:solidFill>
                  <a:srgbClr val="B0B0B0"/>
                </a:solidFill>
                <a:latin typeface="Aptos" pitchFamily="34" charset="0"/>
                <a:ea typeface="Aptos" pitchFamily="34" charset="-122"/>
                <a:cs typeface="Aptos" pitchFamily="34" charset="-120"/>
              </a:rPr>
              <a:t>Code branches on failed checks.</a:t>
            </a:r>
            <a:endParaRPr lang="en-US" sz="2600" dirty="0"/>
          </a:p>
          <a:p>
            <a:pPr indent="0" marL="0">
              <a:buNone/>
            </a:pPr>
            <a:r>
              <a:rPr lang="en-US" sz="2600" dirty="0">
                <a:solidFill>
                  <a:srgbClr val="B0B0B0"/>
                </a:solidFill>
                <a:latin typeface="Aptos" pitchFamily="34" charset="0"/>
                <a:ea typeface="Aptos" pitchFamily="34" charset="-122"/>
                <a:cs typeface="Aptos" pitchFamily="34" charset="-120"/>
              </a:rPr>
              <a:t>Code saves and pauses.</a:t>
            </a:r>
            <a:endParaRPr lang="en-US" sz="2600" dirty="0"/>
          </a:p>
        </p:txBody>
      </p:sp>
      <p:sp>
        <p:nvSpPr>
          <p:cNvPr id="10" name="Shape 7"/>
          <p:cNvSpPr/>
          <p:nvPr/>
        </p:nvSpPr>
        <p:spPr>
          <a:xfrm>
            <a:off x="6217920" y="2084832"/>
            <a:ext cx="5303520" cy="2944368"/>
          </a:xfrm>
          <a:prstGeom prst="roundRect">
            <a:avLst>
              <a:gd name="adj" fmla="val 3727"/>
            </a:avLst>
          </a:prstGeom>
          <a:solidFill>
            <a:srgbClr val="292929"/>
          </a:solidFill>
          <a:ln w="25400">
            <a:solidFill>
              <a:srgbClr val="FD8EA1"/>
            </a:solidFill>
            <a:prstDash val="solid"/>
          </a:ln>
        </p:spPr>
      </p:sp>
      <p:sp>
        <p:nvSpPr>
          <p:cNvPr id="11" name="Text 8"/>
          <p:cNvSpPr/>
          <p:nvPr/>
        </p:nvSpPr>
        <p:spPr>
          <a:xfrm>
            <a:off x="6419088" y="2286000"/>
            <a:ext cx="4901184" cy="603504"/>
          </a:xfrm>
          <a:prstGeom prst="rect">
            <a:avLst/>
          </a:prstGeom>
          <a:noFill/>
          <a:ln/>
        </p:spPr>
        <p:txBody>
          <a:bodyPr wrap="square" lIns="0" tIns="0" rIns="0" bIns="0" rtlCol="0" anchor="ctr"/>
          <a:lstStyle/>
          <a:p>
            <a:pPr indent="0" marL="0">
              <a:buNone/>
            </a:pPr>
            <a:r>
              <a:rPr lang="en-US" sz="3000" b="1" dirty="0">
                <a:solidFill>
                  <a:srgbClr val="DEDEDE"/>
                </a:solidFill>
                <a:latin typeface="Aptos" pitchFamily="34" charset="0"/>
                <a:ea typeface="Aptos" pitchFamily="34" charset="-122"/>
                <a:cs typeface="Aptos" pitchFamily="34" charset="-120"/>
              </a:rPr>
              <a:t>Agentic Workflow</a:t>
            </a:r>
            <a:endParaRPr lang="en-US" sz="3000" dirty="0"/>
          </a:p>
        </p:txBody>
      </p:sp>
      <p:sp>
        <p:nvSpPr>
          <p:cNvPr id="12" name="Text 9"/>
          <p:cNvSpPr/>
          <p:nvPr/>
        </p:nvSpPr>
        <p:spPr>
          <a:xfrm>
            <a:off x="6419088" y="3017520"/>
            <a:ext cx="4901184" cy="1847088"/>
          </a:xfrm>
          <a:prstGeom prst="rect">
            <a:avLst/>
          </a:prstGeom>
          <a:noFill/>
          <a:ln/>
        </p:spPr>
        <p:txBody>
          <a:bodyPr wrap="square" lIns="0" tIns="0" rIns="0" bIns="0" rtlCol="0" anchor="t"/>
          <a:lstStyle/>
          <a:p>
            <a:pPr indent="0" marL="0">
              <a:buNone/>
            </a:pPr>
            <a:r>
              <a:rPr lang="en-US" sz="2600" dirty="0">
                <a:solidFill>
                  <a:srgbClr val="B0B0B0"/>
                </a:solidFill>
                <a:latin typeface="Aptos" pitchFamily="34" charset="0"/>
                <a:ea typeface="Aptos" pitchFamily="34" charset="-122"/>
                <a:cs typeface="Aptos" pitchFamily="34" charset="-120"/>
              </a:rPr>
              <a:t>Model interprets evidence.</a:t>
            </a:r>
            <a:endParaRPr lang="en-US" sz="2600" dirty="0"/>
          </a:p>
          <a:p>
            <a:pPr indent="0" marL="0">
              <a:buNone/>
            </a:pPr>
            <a:r>
              <a:rPr lang="en-US" sz="2600" dirty="0">
                <a:solidFill>
                  <a:srgbClr val="B0B0B0"/>
                </a:solidFill>
                <a:latin typeface="Aptos" pitchFamily="34" charset="0"/>
                <a:ea typeface="Aptos" pitchFamily="34" charset="-122"/>
                <a:cs typeface="Aptos" pitchFamily="34" charset="-120"/>
              </a:rPr>
              <a:t>Model explains or rejects.</a:t>
            </a:r>
            <a:endParaRPr lang="en-US" sz="2600" dirty="0"/>
          </a:p>
          <a:p>
            <a:pPr indent="0" marL="0">
              <a:buNone/>
            </a:pPr>
            <a:r>
              <a:rPr lang="en-US" sz="2600" dirty="0">
                <a:solidFill>
                  <a:srgbClr val="B0B0B0"/>
                </a:solidFill>
                <a:latin typeface="Aptos" pitchFamily="34" charset="0"/>
                <a:ea typeface="Aptos" pitchFamily="34" charset="-122"/>
                <a:cs typeface="Aptos" pitchFamily="34" charset="-120"/>
              </a:rPr>
              <a:t>Model never rewrites code.</a:t>
            </a:r>
            <a:endParaRPr lang="en-US" sz="2600" dirty="0"/>
          </a:p>
        </p:txBody>
      </p:sp>
      <p:sp>
        <p:nvSpPr>
          <p:cNvPr id="13" name="Text 10"/>
          <p:cNvSpPr/>
          <p:nvPr/>
        </p:nvSpPr>
        <p:spPr>
          <a:xfrm>
            <a:off x="877824" y="5513832"/>
            <a:ext cx="10469880" cy="603504"/>
          </a:xfrm>
          <a:prstGeom prst="rect">
            <a:avLst/>
          </a:prstGeom>
          <a:noFill/>
          <a:ln/>
        </p:spPr>
        <p:txBody>
          <a:bodyPr wrap="square" lIns="0" tIns="0" rIns="0" bIns="0" rtlCol="0" anchor="ctr"/>
          <a:lstStyle/>
          <a:p>
            <a:pPr indent="0" marL="0">
              <a:buNone/>
            </a:pPr>
            <a:r>
              <a:rPr lang="en-US" sz="3000" b="1" dirty="0">
                <a:solidFill>
                  <a:srgbClr val="FD8EA1"/>
                </a:solidFill>
                <a:latin typeface="Aptos" pitchFamily="34" charset="0"/>
                <a:ea typeface="Aptos" pitchFamily="34" charset="-122"/>
                <a:cs typeface="Aptos" pitchFamily="34" charset="-120"/>
              </a:rPr>
              <a:t>Code owns the process. Models handle judgment.</a:t>
            </a:r>
            <a:endParaRPr lang="en-US" sz="3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F"/>
        </a:solidFill>
      </p:bgPr>
    </p:bg>
    <p:spTree>
      <p:nvGrpSpPr>
        <p:cNvPr id="1" name=""/>
        <p:cNvGrpSpPr/>
        <p:nvPr/>
      </p:nvGrpSpPr>
      <p:grpSpPr>
        <a:xfrm>
          <a:off x="0" y="0"/>
          <a:ext cx="0" cy="0"/>
          <a:chOff x="0" y="0"/>
          <a:chExt cx="0" cy="0"/>
        </a:xfrm>
      </p:grpSpPr>
      <p:sp>
        <p:nvSpPr>
          <p:cNvPr id="2" name="Text 0"/>
          <p:cNvSpPr/>
          <p:nvPr/>
        </p:nvSpPr>
        <p:spPr>
          <a:xfrm>
            <a:off x="566928" y="429768"/>
            <a:ext cx="11009376" cy="1261872"/>
          </a:xfrm>
          <a:prstGeom prst="rect">
            <a:avLst/>
          </a:prstGeom>
          <a:noFill/>
          <a:ln/>
        </p:spPr>
        <p:txBody>
          <a:bodyPr wrap="square" lIns="0" tIns="0" rIns="0" bIns="0" rtlCol="0" anchor="t"/>
          <a:lstStyle/>
          <a:p>
            <a:pPr indent="0" marL="0">
              <a:buNone/>
            </a:pPr>
            <a:r>
              <a:rPr lang="en-US" sz="4200" b="1" dirty="0">
                <a:solidFill>
                  <a:srgbClr val="242424"/>
                </a:solidFill>
                <a:latin typeface="Aptos Display" pitchFamily="34" charset="0"/>
                <a:ea typeface="Aptos Display" pitchFamily="34" charset="-122"/>
                <a:cs typeface="Aptos Display" pitchFamily="34" charset="-120"/>
              </a:rPr>
              <a:t>Specialists need contracts,</a:t>
            </a:r>
            <a:endParaRPr lang="en-US" sz="4200" dirty="0"/>
          </a:p>
          <a:p>
            <a:pPr indent="0" marL="0">
              <a:buNone/>
            </a:pPr>
            <a:r>
              <a:rPr lang="en-US" sz="4200" b="1" dirty="0">
                <a:solidFill>
                  <a:srgbClr val="242424"/>
                </a:solidFill>
                <a:latin typeface="Aptos Display" pitchFamily="34" charset="0"/>
                <a:ea typeface="Aptos Display" pitchFamily="34" charset="-122"/>
                <a:cs typeface="Aptos Display" pitchFamily="34" charset="-120"/>
              </a:rPr>
              <a:t>not just job titles.</a:t>
            </a:r>
            <a:endParaRPr lang="en-US" sz="4200" dirty="0"/>
          </a:p>
        </p:txBody>
      </p:sp>
      <p:sp>
        <p:nvSpPr>
          <p:cNvPr id="3" name="Text 1"/>
          <p:cNvSpPr/>
          <p:nvPr/>
        </p:nvSpPr>
        <p:spPr>
          <a:xfrm>
            <a:off x="566928" y="6446520"/>
            <a:ext cx="4663440" cy="201168"/>
          </a:xfrm>
          <a:prstGeom prst="rect">
            <a:avLst/>
          </a:prstGeom>
          <a:noFill/>
          <a:ln/>
        </p:spPr>
        <p:txBody>
          <a:bodyPr wrap="square" lIns="0" tIns="0" rIns="0" bIns="0" rtlCol="0" anchor="ctr"/>
          <a:lstStyle/>
          <a:p>
            <a:pPr indent="0" marL="0">
              <a:buNone/>
            </a:pPr>
            <a:r>
              <a:rPr lang="en-US" sz="1100" spc="80" kern="0" dirty="0">
                <a:solidFill>
                  <a:srgbClr val="5C5C5C"/>
                </a:solidFill>
                <a:latin typeface="Aptos" pitchFamily="34" charset="0"/>
                <a:ea typeface="Aptos" pitchFamily="34" charset="-122"/>
                <a:cs typeface="Aptos" pitchFamily="34" charset="-120"/>
              </a:rPr>
              <a:t>LAUNCH RESCUE / GITHUB COPILOT</a:t>
            </a:r>
            <a:endParaRPr lang="en-US" sz="1100" dirty="0"/>
          </a:p>
        </p:txBody>
      </p:sp>
      <p:sp>
        <p:nvSpPr>
          <p:cNvPr id="4" name="Text 2">
            <a:hlinkClick r:id="rId1" tooltip=""/>
          </p:cNvPr>
          <p:cNvSpPr/>
          <p:nvPr/>
        </p:nvSpPr>
        <p:spPr>
          <a:xfrm>
            <a:off x="6437376" y="6446520"/>
            <a:ext cx="4599432" cy="201168"/>
          </a:xfrm>
          <a:prstGeom prst="rect">
            <a:avLst/>
          </a:prstGeom>
          <a:noFill/>
          <a:ln/>
        </p:spPr>
        <p:txBody>
          <a:bodyPr wrap="square" lIns="0" tIns="0" rIns="0" bIns="0" rtlCol="0" anchor="ctr"/>
          <a:lstStyle/>
          <a:p>
            <a:pPr algn="r" indent="0" marL="0">
              <a:buNone/>
            </a:pPr>
            <a:r>
              <a:rPr lang="en-US" sz="1100" u="sng" dirty="0">
                <a:solidFill>
                  <a:srgbClr val="5C5C5C"/>
                </a:solid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S3 · S9 · S10  |  10 OCT 2026</a:t>
            </a:r>
            <a:endParaRPr lang="en-US" sz="1100" dirty="0"/>
          </a:p>
        </p:txBody>
      </p:sp>
      <p:sp>
        <p:nvSpPr>
          <p:cNvPr id="5" name="Text 3"/>
          <p:cNvSpPr/>
          <p:nvPr/>
        </p:nvSpPr>
        <p:spPr>
          <a:xfrm>
            <a:off x="11137392" y="6419088"/>
            <a:ext cx="457200" cy="256032"/>
          </a:xfrm>
          <a:prstGeom prst="rect">
            <a:avLst/>
          </a:prstGeom>
          <a:noFill/>
          <a:ln/>
        </p:spPr>
        <p:txBody>
          <a:bodyPr wrap="square" lIns="0" tIns="0" rIns="0" bIns="0" rtlCol="0" anchor="ctr"/>
          <a:lstStyle/>
          <a:p>
            <a:pPr algn="r" indent="0" marL="0">
              <a:buNone/>
            </a:pPr>
            <a:r>
              <a:rPr lang="en-US" sz="1300" dirty="0">
                <a:solidFill>
                  <a:srgbClr val="5C5C5C"/>
                </a:solidFill>
                <a:latin typeface="Aptos" pitchFamily="34" charset="0"/>
                <a:ea typeface="Aptos" pitchFamily="34" charset="-122"/>
                <a:cs typeface="Aptos" pitchFamily="34" charset="-120"/>
              </a:rPr>
              <a:t>07</a:t>
            </a:r>
            <a:endParaRPr lang="en-US" sz="1300" dirty="0"/>
          </a:p>
        </p:txBody>
      </p:sp>
      <p:sp>
        <p:nvSpPr>
          <p:cNvPr id="7" name="Shape 4"/>
          <p:cNvSpPr/>
          <p:nvPr/>
        </p:nvSpPr>
        <p:spPr>
          <a:xfrm>
            <a:off x="640080" y="2048256"/>
            <a:ext cx="5321808" cy="3429000"/>
          </a:xfrm>
          <a:prstGeom prst="roundRect">
            <a:avLst>
              <a:gd name="adj" fmla="val 3200"/>
            </a:avLst>
          </a:prstGeom>
          <a:solidFill>
            <a:srgbClr val="FFFFFF"/>
          </a:solidFill>
          <a:ln w="12700">
            <a:solidFill>
              <a:srgbClr val="FFFFFF">
                <a:alpha val="0"/>
              </a:srgbClr>
            </a:solidFill>
            <a:prstDash val="solid"/>
          </a:ln>
        </p:spPr>
      </p:sp>
      <p:sp>
        <p:nvSpPr>
          <p:cNvPr id="8" name="Text 5"/>
          <p:cNvSpPr/>
          <p:nvPr/>
        </p:nvSpPr>
        <p:spPr>
          <a:xfrm>
            <a:off x="886968" y="2258568"/>
            <a:ext cx="4709160" cy="457200"/>
          </a:xfrm>
          <a:prstGeom prst="rect">
            <a:avLst/>
          </a:prstGeom>
          <a:noFill/>
          <a:ln/>
        </p:spPr>
        <p:txBody>
          <a:bodyPr wrap="square" lIns="0" tIns="0" rIns="0" bIns="0" rtlCol="0" anchor="ctr"/>
          <a:lstStyle/>
          <a:p>
            <a:pPr indent="0" marL="0">
              <a:buNone/>
            </a:pPr>
            <a:r>
              <a:rPr lang="en-US" sz="2600" b="1" dirty="0">
                <a:solidFill>
                  <a:srgbClr val="242424"/>
                </a:solidFill>
                <a:latin typeface="Aptos" pitchFamily="34" charset="0"/>
                <a:ea typeface="Aptos" pitchFamily="34" charset="-122"/>
                <a:cs typeface="Aptos" pitchFamily="34" charset="-120"/>
              </a:rPr>
              <a:t>A constrained specialist</a:t>
            </a:r>
            <a:endParaRPr lang="en-US" sz="2600" dirty="0"/>
          </a:p>
        </p:txBody>
      </p:sp>
      <p:sp>
        <p:nvSpPr>
          <p:cNvPr id="9" name="Text 6"/>
          <p:cNvSpPr/>
          <p:nvPr/>
        </p:nvSpPr>
        <p:spPr>
          <a:xfrm>
            <a:off x="896112" y="2916936"/>
            <a:ext cx="4718304" cy="2020824"/>
          </a:xfrm>
          <a:prstGeom prst="rect">
            <a:avLst/>
          </a:prstGeom>
          <a:noFill/>
          <a:ln/>
        </p:spPr>
        <p:txBody>
          <a:bodyPr wrap="square" lIns="0" tIns="0" rIns="0" bIns="0" rtlCol="0" anchor="ctr"/>
          <a:lstStyle/>
          <a:p>
            <a:pPr indent="0" marL="0">
              <a:buNone/>
            </a:pPr>
            <a:r>
              <a:rPr lang="en-US" sz="2400" dirty="0">
                <a:solidFill>
                  <a:srgbClr val="242424"/>
                </a:solidFill>
                <a:latin typeface="Consolas" pitchFamily="34" charset="0"/>
                <a:ea typeface="Consolas" pitchFamily="34" charset="-122"/>
                <a:cs typeface="Consolas" pitchFamily="34" charset="-120"/>
              </a:rPr>
              <a:t>model: gpt-6.1-sol</a:t>
            </a:r>
            <a:endParaRPr lang="en-US" sz="2400" dirty="0"/>
          </a:p>
          <a:p>
            <a:pPr indent="0" marL="0">
              <a:buNone/>
            </a:pPr>
            <a:r>
              <a:rPr lang="en-US" sz="2400" dirty="0">
                <a:solidFill>
                  <a:srgbClr val="242424"/>
                </a:solidFill>
                <a:latin typeface="Consolas" pitchFamily="34" charset="0"/>
                <a:ea typeface="Consolas" pitchFamily="34" charset="-122"/>
                <a:cs typeface="Consolas" pitchFamily="34" charset="-120"/>
              </a:rPr>
              <a:t>tools: []</a:t>
            </a:r>
            <a:endParaRPr lang="en-US" sz="2400" dirty="0"/>
          </a:p>
          <a:p>
            <a:pPr indent="0" marL="0">
              <a:buNone/>
            </a:pPr>
            <a:endParaRPr lang="en-US" sz="2400" dirty="0"/>
          </a:p>
          <a:p>
            <a:pPr indent="0" marL="0">
              <a:buNone/>
            </a:pPr>
            <a:r>
              <a:rPr lang="en-US" sz="2400" dirty="0">
                <a:solidFill>
                  <a:srgbClr val="242424"/>
                </a:solidFill>
                <a:latin typeface="Consolas" pitchFamily="34" charset="0"/>
                <a:ea typeface="Consolas" pitchFamily="34" charset="-122"/>
                <a:cs typeface="Consolas" pitchFamily="34" charset="-120"/>
              </a:rPr>
              <a:t>Workflow call:</a:t>
            </a:r>
            <a:endParaRPr lang="en-US" sz="2400" dirty="0"/>
          </a:p>
          <a:p>
            <a:pPr indent="0" marL="0">
              <a:buNone/>
            </a:pPr>
            <a:r>
              <a:rPr lang="en-US" sz="2400" dirty="0">
                <a:solidFill>
                  <a:srgbClr val="242424"/>
                </a:solidFill>
                <a:latin typeface="Consolas" pitchFamily="34" charset="0"/>
                <a:ea typeface="Consolas" pitchFamily="34" charset="-122"/>
                <a:cs typeface="Consolas" pitchFamily="34" charset="-120"/>
              </a:rPr>
              <a:t>reasoningEffort: "max"</a:t>
            </a:r>
            <a:endParaRPr lang="en-US" sz="2400" dirty="0"/>
          </a:p>
        </p:txBody>
      </p:sp>
      <p:sp>
        <p:nvSpPr>
          <p:cNvPr id="10" name="Shape 7"/>
          <p:cNvSpPr/>
          <p:nvPr/>
        </p:nvSpPr>
        <p:spPr>
          <a:xfrm>
            <a:off x="6208776" y="2048256"/>
            <a:ext cx="5321808" cy="3429000"/>
          </a:xfrm>
          <a:prstGeom prst="roundRect">
            <a:avLst>
              <a:gd name="adj" fmla="val 3200"/>
            </a:avLst>
          </a:prstGeom>
          <a:solidFill>
            <a:srgbClr val="FFFFFF"/>
          </a:solidFill>
          <a:ln w="12700">
            <a:solidFill>
              <a:srgbClr val="FFFFFF">
                <a:alpha val="0"/>
              </a:srgbClr>
            </a:solidFill>
            <a:prstDash val="solid"/>
          </a:ln>
        </p:spPr>
      </p:sp>
      <p:sp>
        <p:nvSpPr>
          <p:cNvPr id="11" name="Text 8"/>
          <p:cNvSpPr/>
          <p:nvPr/>
        </p:nvSpPr>
        <p:spPr>
          <a:xfrm>
            <a:off x="6519672" y="2249424"/>
            <a:ext cx="4709160" cy="457200"/>
          </a:xfrm>
          <a:prstGeom prst="rect">
            <a:avLst/>
          </a:prstGeom>
          <a:noFill/>
          <a:ln/>
        </p:spPr>
        <p:txBody>
          <a:bodyPr wrap="square" lIns="0" tIns="0" rIns="0" bIns="0" rtlCol="0" anchor="ctr"/>
          <a:lstStyle/>
          <a:p>
            <a:pPr indent="0" marL="0">
              <a:buNone/>
            </a:pPr>
            <a:r>
              <a:rPr lang="en-US" sz="2700" b="1" dirty="0">
                <a:solidFill>
                  <a:srgbClr val="242424"/>
                </a:solidFill>
                <a:latin typeface="Aptos" pitchFamily="34" charset="0"/>
                <a:ea typeface="Aptos" pitchFamily="34" charset="-122"/>
                <a:cs typeface="Aptos" pitchFamily="34" charset="-120"/>
              </a:rPr>
              <a:t>A bounded result</a:t>
            </a:r>
            <a:endParaRPr lang="en-US" sz="2700" dirty="0"/>
          </a:p>
        </p:txBody>
      </p:sp>
      <p:sp>
        <p:nvSpPr>
          <p:cNvPr id="12" name="Text 9"/>
          <p:cNvSpPr/>
          <p:nvPr/>
        </p:nvSpPr>
        <p:spPr>
          <a:xfrm>
            <a:off x="6519672" y="2889504"/>
            <a:ext cx="4956048" cy="1993392"/>
          </a:xfrm>
          <a:prstGeom prst="rect">
            <a:avLst/>
          </a:prstGeom>
          <a:noFill/>
          <a:ln/>
        </p:spPr>
        <p:txBody>
          <a:bodyPr wrap="square" lIns="0" tIns="0" rIns="0" bIns="0" rtlCol="0" anchor="ctr"/>
          <a:lstStyle/>
          <a:p>
            <a:pPr indent="0" marL="0">
              <a:buNone/>
            </a:pPr>
            <a:r>
              <a:rPr lang="en-US" sz="2400" dirty="0">
                <a:solidFill>
                  <a:srgbClr val="242424"/>
                </a:solidFill>
                <a:latin typeface="Consolas" pitchFamily="34" charset="0"/>
                <a:ea typeface="Consolas" pitchFamily="34" charset="-122"/>
                <a:cs typeface="Consolas" pitchFamily="34" charset="-120"/>
              </a:rPr>
              <a:t>{</a:t>
            </a:r>
            <a:endParaRPr lang="en-US" sz="2400" dirty="0"/>
          </a:p>
          <a:p>
            <a:pPr indent="0" marL="0">
              <a:buNone/>
            </a:pPr>
            <a:r>
              <a:rPr lang="en-US" sz="2400" dirty="0">
                <a:solidFill>
                  <a:srgbClr val="242424"/>
                </a:solidFill>
                <a:latin typeface="Consolas" pitchFamily="34" charset="0"/>
                <a:ea typeface="Consolas" pitchFamily="34" charset="-122"/>
                <a:cs typeface="Consolas" pitchFamily="34" charset="-120"/>
              </a:rPr>
              <a:t>  repair: "dedupe",</a:t>
            </a:r>
            <a:endParaRPr lang="en-US" sz="2400" dirty="0"/>
          </a:p>
          <a:p>
            <a:pPr indent="0" marL="0">
              <a:buNone/>
            </a:pPr>
            <a:r>
              <a:rPr lang="en-US" sz="2400" dirty="0">
                <a:solidFill>
                  <a:srgbClr val="242424"/>
                </a:solidFill>
                <a:latin typeface="Consolas" pitchFamily="34" charset="0"/>
                <a:ea typeface="Consolas" pitchFamily="34" charset="-122"/>
                <a:cs typeface="Consolas" pitchFamily="34" charset="-120"/>
              </a:rPr>
              <a:t>  rationale: "...",</a:t>
            </a:r>
            <a:endParaRPr lang="en-US" sz="2400" dirty="0"/>
          </a:p>
          <a:p>
            <a:pPr indent="0" marL="0">
              <a:buNone/>
            </a:pPr>
            <a:r>
              <a:rPr lang="en-US" sz="2400" dirty="0">
                <a:solidFill>
                  <a:srgbClr val="242424"/>
                </a:solidFill>
                <a:latin typeface="Consolas" pitchFamily="34" charset="0"/>
                <a:ea typeface="Consolas" pitchFamily="34" charset="-122"/>
                <a:cs typeface="Consolas" pitchFamily="34" charset="-120"/>
              </a:rPr>
              <a:t>  evidenceIds: ["E-RETRY"]</a:t>
            </a:r>
            <a:endParaRPr lang="en-US" sz="2400" dirty="0"/>
          </a:p>
          <a:p>
            <a:pPr indent="0" marL="0">
              <a:buNone/>
            </a:pPr>
            <a:r>
              <a:rPr lang="en-US" sz="2400" dirty="0">
                <a:solidFill>
                  <a:srgbClr val="242424"/>
                </a:solidFill>
                <a:latin typeface="Consolas" pitchFamily="34" charset="0"/>
                <a:ea typeface="Consolas" pitchFamily="34" charset="-122"/>
                <a:cs typeface="Consolas" pitchFamily="34" charset="-120"/>
              </a:rPr>
              <a:t>}</a:t>
            </a:r>
            <a:endParaRPr lang="en-US" sz="2400" dirty="0"/>
          </a:p>
        </p:txBody>
      </p:sp>
      <p:sp>
        <p:nvSpPr>
          <p:cNvPr id="13" name="Text 10"/>
          <p:cNvSpPr/>
          <p:nvPr/>
        </p:nvSpPr>
        <p:spPr>
          <a:xfrm>
            <a:off x="896112" y="5797296"/>
            <a:ext cx="10515600" cy="502920"/>
          </a:xfrm>
          <a:prstGeom prst="rect">
            <a:avLst/>
          </a:prstGeom>
          <a:noFill/>
          <a:ln/>
        </p:spPr>
        <p:txBody>
          <a:bodyPr wrap="square" lIns="0" tIns="0" rIns="0" bIns="0" rtlCol="0" anchor="ctr"/>
          <a:lstStyle/>
          <a:p>
            <a:pPr indent="0" marL="0">
              <a:buNone/>
            </a:pPr>
            <a:r>
              <a:rPr lang="en-US" sz="2700" b="1" dirty="0">
                <a:solidFill>
                  <a:srgbClr val="B11F4B"/>
                </a:solidFill>
                <a:latin typeface="Aptos" pitchFamily="34" charset="0"/>
                <a:ea typeface="Aptos" pitchFamily="34" charset="-122"/>
                <a:cs typeface="Aptos" pitchFamily="34" charset="-120"/>
              </a:rPr>
              <a:t>Validate meaning, not just shape.</a:t>
            </a:r>
            <a:endParaRPr lang="en-US" sz="2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3D3B3A"/>
        </a:solidFill>
      </p:bgPr>
    </p:bg>
    <p:spTree>
      <p:nvGrpSpPr>
        <p:cNvPr id="1" name=""/>
        <p:cNvGrpSpPr/>
        <p:nvPr/>
      </p:nvGrpSpPr>
      <p:grpSpPr>
        <a:xfrm>
          <a:off x="0" y="0"/>
          <a:ext cx="0" cy="0"/>
          <a:chOff x="0" y="0"/>
          <a:chExt cx="0" cy="0"/>
        </a:xfrm>
      </p:grpSpPr>
      <p:sp>
        <p:nvSpPr>
          <p:cNvPr id="2" name="Text 0"/>
          <p:cNvSpPr/>
          <p:nvPr/>
        </p:nvSpPr>
        <p:spPr>
          <a:xfrm>
            <a:off x="566928" y="429768"/>
            <a:ext cx="11009376" cy="1261872"/>
          </a:xfrm>
          <a:prstGeom prst="rect">
            <a:avLst/>
          </a:prstGeom>
          <a:noFill/>
          <a:ln/>
        </p:spPr>
        <p:txBody>
          <a:bodyPr wrap="square" lIns="0" tIns="0" rIns="0" bIns="0" rtlCol="0" anchor="t"/>
          <a:lstStyle/>
          <a:p>
            <a:pPr indent="0" marL="0">
              <a:buNone/>
            </a:pPr>
            <a:r>
              <a:rPr lang="en-US" sz="4200" b="1" dirty="0">
                <a:solidFill>
                  <a:srgbClr val="DEDEDE"/>
                </a:solidFill>
                <a:latin typeface="Aptos Display" pitchFamily="34" charset="0"/>
                <a:ea typeface="Aptos Display" pitchFamily="34" charset="-122"/>
                <a:cs typeface="Aptos Display" pitchFamily="34" charset="-120"/>
              </a:rPr>
              <a:t>Reuse the rules.</a:t>
            </a:r>
            <a:endParaRPr lang="en-US" sz="4200" dirty="0"/>
          </a:p>
          <a:p>
            <a:pPr indent="0" marL="0">
              <a:buNone/>
            </a:pPr>
            <a:r>
              <a:rPr lang="en-US" sz="4200" b="1" dirty="0">
                <a:solidFill>
                  <a:srgbClr val="DEDEDE"/>
                </a:solidFill>
                <a:latin typeface="Aptos Display" pitchFamily="34" charset="0"/>
                <a:ea typeface="Aptos Display" pitchFamily="34" charset="-122"/>
                <a:cs typeface="Aptos Display" pitchFamily="34" charset="-120"/>
              </a:rPr>
              <a:t>Let the path change.</a:t>
            </a:r>
            <a:endParaRPr lang="en-US" sz="4200" dirty="0"/>
          </a:p>
        </p:txBody>
      </p:sp>
      <p:sp>
        <p:nvSpPr>
          <p:cNvPr id="3" name="Text 1"/>
          <p:cNvSpPr/>
          <p:nvPr/>
        </p:nvSpPr>
        <p:spPr>
          <a:xfrm>
            <a:off x="566928" y="6446520"/>
            <a:ext cx="4663440" cy="201168"/>
          </a:xfrm>
          <a:prstGeom prst="rect">
            <a:avLst/>
          </a:prstGeom>
          <a:noFill/>
          <a:ln/>
        </p:spPr>
        <p:txBody>
          <a:bodyPr wrap="square" lIns="0" tIns="0" rIns="0" bIns="0" rtlCol="0" anchor="ctr"/>
          <a:lstStyle/>
          <a:p>
            <a:pPr indent="0" marL="0">
              <a:buNone/>
            </a:pPr>
            <a:r>
              <a:rPr lang="en-US" sz="1100" spc="80" kern="0" dirty="0">
                <a:solidFill>
                  <a:srgbClr val="B0B0B0"/>
                </a:solidFill>
                <a:latin typeface="Aptos" pitchFamily="34" charset="0"/>
                <a:ea typeface="Aptos" pitchFamily="34" charset="-122"/>
                <a:cs typeface="Aptos" pitchFamily="34" charset="-120"/>
              </a:rPr>
              <a:t>LAUNCH RESCUE / GITHUB COPILOT</a:t>
            </a:r>
            <a:endParaRPr lang="en-US" sz="1100" dirty="0"/>
          </a:p>
        </p:txBody>
      </p:sp>
      <p:sp>
        <p:nvSpPr>
          <p:cNvPr id="4" name="Text 2">
            <a:hlinkClick r:id="rId1" tooltip=""/>
          </p:cNvPr>
          <p:cNvSpPr/>
          <p:nvPr/>
        </p:nvSpPr>
        <p:spPr>
          <a:xfrm>
            <a:off x="6437376" y="6446520"/>
            <a:ext cx="4599432" cy="201168"/>
          </a:xfrm>
          <a:prstGeom prst="rect">
            <a:avLst/>
          </a:prstGeom>
          <a:noFill/>
          <a:ln/>
        </p:spPr>
        <p:txBody>
          <a:bodyPr wrap="square" lIns="0" tIns="0" rIns="0" bIns="0" rtlCol="0" anchor="ctr"/>
          <a:lstStyle/>
          <a:p>
            <a:pPr algn="r" indent="0" marL="0">
              <a:buNone/>
            </a:pPr>
            <a:r>
              <a:rPr lang="en-US" sz="1100" u="sng" dirty="0">
                <a:solidFill>
                  <a:srgbClr val="B0B0B0"/>
                </a:solid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S1 · S2 · S3  |  10 OCT 2026</a:t>
            </a:r>
            <a:endParaRPr lang="en-US" sz="1100" dirty="0"/>
          </a:p>
        </p:txBody>
      </p:sp>
      <p:sp>
        <p:nvSpPr>
          <p:cNvPr id="5" name="Text 3"/>
          <p:cNvSpPr/>
          <p:nvPr/>
        </p:nvSpPr>
        <p:spPr>
          <a:xfrm>
            <a:off x="11137392" y="6419088"/>
            <a:ext cx="457200" cy="256032"/>
          </a:xfrm>
          <a:prstGeom prst="rect">
            <a:avLst/>
          </a:prstGeom>
          <a:noFill/>
          <a:ln/>
        </p:spPr>
        <p:txBody>
          <a:bodyPr wrap="square" lIns="0" tIns="0" rIns="0" bIns="0" rtlCol="0" anchor="ctr"/>
          <a:lstStyle/>
          <a:p>
            <a:pPr algn="r" indent="0" marL="0">
              <a:buNone/>
            </a:pPr>
            <a:r>
              <a:rPr lang="en-US" sz="1300" dirty="0">
                <a:solidFill>
                  <a:srgbClr val="B0B0B0"/>
                </a:solidFill>
                <a:latin typeface="Aptos" pitchFamily="34" charset="0"/>
                <a:ea typeface="Aptos" pitchFamily="34" charset="-122"/>
                <a:cs typeface="Aptos" pitchFamily="34" charset="-120"/>
              </a:rPr>
              <a:t>08</a:t>
            </a:r>
            <a:endParaRPr lang="en-US" sz="1300" dirty="0"/>
          </a:p>
        </p:txBody>
      </p:sp>
      <p:sp>
        <p:nvSpPr>
          <p:cNvPr id="7" name="Text 4"/>
          <p:cNvSpPr/>
          <p:nvPr/>
        </p:nvSpPr>
        <p:spPr>
          <a:xfrm>
            <a:off x="713232" y="2148840"/>
            <a:ext cx="5212080" cy="411480"/>
          </a:xfrm>
          <a:prstGeom prst="rect">
            <a:avLst/>
          </a:prstGeom>
          <a:noFill/>
          <a:ln/>
        </p:spPr>
        <p:txBody>
          <a:bodyPr wrap="square" lIns="0" tIns="0" rIns="0" bIns="0" rtlCol="0" anchor="ctr"/>
          <a:lstStyle/>
          <a:p>
            <a:pPr indent="0" marL="0">
              <a:buNone/>
            </a:pPr>
            <a:r>
              <a:rPr lang="en-US" sz="2300" b="1" dirty="0">
                <a:solidFill>
                  <a:srgbClr val="B0B0B0"/>
                </a:solidFill>
                <a:latin typeface="Aptos" pitchFamily="34" charset="0"/>
                <a:ea typeface="Aptos" pitchFamily="34" charset="-122"/>
                <a:cs typeface="Aptos" pitchFamily="34" charset="-120"/>
              </a:rPr>
              <a:t>RUN A / retry evidence only</a:t>
            </a:r>
            <a:endParaRPr lang="en-US" sz="2300" dirty="0"/>
          </a:p>
        </p:txBody>
      </p:sp>
      <p:sp>
        <p:nvSpPr>
          <p:cNvPr id="8" name="Shape 5"/>
          <p:cNvSpPr/>
          <p:nvPr/>
        </p:nvSpPr>
        <p:spPr>
          <a:xfrm>
            <a:off x="722376" y="2862072"/>
            <a:ext cx="2468880" cy="877824"/>
          </a:xfrm>
          <a:prstGeom prst="roundRect">
            <a:avLst>
              <a:gd name="adj" fmla="val 10417"/>
            </a:avLst>
          </a:prstGeom>
          <a:solidFill>
            <a:srgbClr val="292929"/>
          </a:solidFill>
          <a:ln w="16510">
            <a:solidFill>
              <a:srgbClr val="5F5F5F"/>
            </a:solidFill>
            <a:prstDash val="solid"/>
          </a:ln>
        </p:spPr>
      </p:sp>
      <p:sp>
        <p:nvSpPr>
          <p:cNvPr id="9" name="Text 6"/>
          <p:cNvSpPr/>
          <p:nvPr/>
        </p:nvSpPr>
        <p:spPr>
          <a:xfrm>
            <a:off x="841248" y="2953512"/>
            <a:ext cx="2231136" cy="694944"/>
          </a:xfrm>
          <a:prstGeom prst="rect">
            <a:avLst/>
          </a:prstGeom>
          <a:noFill/>
          <a:ln/>
        </p:spPr>
        <p:txBody>
          <a:bodyPr wrap="square" lIns="0" tIns="0" rIns="0" bIns="0" rtlCol="0" anchor="ctr"/>
          <a:lstStyle/>
          <a:p>
            <a:pPr algn="ctr" indent="0" marL="0">
              <a:buNone/>
            </a:pPr>
            <a:r>
              <a:rPr lang="en-US" sz="2100" b="1" dirty="0">
                <a:solidFill>
                  <a:srgbClr val="DEDEDE"/>
                </a:solidFill>
                <a:latin typeface="Aptos" pitchFamily="34" charset="0"/>
                <a:ea typeface="Aptos" pitchFamily="34" charset="-122"/>
                <a:cs typeface="Aptos" pitchFamily="34" charset="-120"/>
              </a:rPr>
              <a:t>Evidence</a:t>
            </a:r>
            <a:endParaRPr lang="en-US" sz="2100" dirty="0"/>
          </a:p>
        </p:txBody>
      </p:sp>
      <p:sp>
        <p:nvSpPr>
          <p:cNvPr id="10" name="Shape 7"/>
          <p:cNvSpPr/>
          <p:nvPr/>
        </p:nvSpPr>
        <p:spPr>
          <a:xfrm>
            <a:off x="3712464" y="2862072"/>
            <a:ext cx="3474720" cy="877824"/>
          </a:xfrm>
          <a:prstGeom prst="roundRect">
            <a:avLst>
              <a:gd name="adj" fmla="val 10417"/>
            </a:avLst>
          </a:prstGeom>
          <a:solidFill>
            <a:srgbClr val="FD8EA1"/>
          </a:solidFill>
          <a:ln w="16510">
            <a:solidFill>
              <a:srgbClr val="FD8EA1"/>
            </a:solidFill>
            <a:prstDash val="solid"/>
          </a:ln>
        </p:spPr>
      </p:sp>
      <p:sp>
        <p:nvSpPr>
          <p:cNvPr id="11" name="Text 8"/>
          <p:cNvSpPr/>
          <p:nvPr/>
        </p:nvSpPr>
        <p:spPr>
          <a:xfrm>
            <a:off x="3831336" y="2953512"/>
            <a:ext cx="3236976" cy="694944"/>
          </a:xfrm>
          <a:prstGeom prst="rect">
            <a:avLst/>
          </a:prstGeom>
          <a:noFill/>
          <a:ln/>
        </p:spPr>
        <p:txBody>
          <a:bodyPr wrap="square" lIns="0" tIns="0" rIns="0" bIns="0" rtlCol="0" anchor="ctr"/>
          <a:lstStyle/>
          <a:p>
            <a:pPr algn="ctr" indent="0" marL="0">
              <a:buNone/>
            </a:pPr>
            <a:r>
              <a:rPr lang="en-US" sz="2500" b="1" dirty="0">
                <a:solidFill>
                  <a:srgbClr val="3D3B3A"/>
                </a:solidFill>
                <a:latin typeface="Aptos" pitchFamily="34" charset="0"/>
                <a:ea typeface="Aptos" pitchFamily="34" charset="-122"/>
                <a:cs typeface="Aptos" pitchFamily="34" charset="-120"/>
              </a:rPr>
              <a:t>Retry specialist</a:t>
            </a:r>
            <a:endParaRPr lang="en-US" sz="2500" dirty="0"/>
          </a:p>
        </p:txBody>
      </p:sp>
      <p:sp>
        <p:nvSpPr>
          <p:cNvPr id="12" name="Shape 9"/>
          <p:cNvSpPr/>
          <p:nvPr/>
        </p:nvSpPr>
        <p:spPr>
          <a:xfrm>
            <a:off x="7900416" y="2862072"/>
            <a:ext cx="3474720" cy="877824"/>
          </a:xfrm>
          <a:prstGeom prst="roundRect">
            <a:avLst>
              <a:gd name="adj" fmla="val 10417"/>
            </a:avLst>
          </a:prstGeom>
          <a:solidFill>
            <a:srgbClr val="292929"/>
          </a:solidFill>
          <a:ln w="16510">
            <a:solidFill>
              <a:srgbClr val="5F5F5F"/>
            </a:solidFill>
            <a:prstDash val="solid"/>
          </a:ln>
        </p:spPr>
      </p:sp>
      <p:sp>
        <p:nvSpPr>
          <p:cNvPr id="13" name="Text 10"/>
          <p:cNvSpPr/>
          <p:nvPr/>
        </p:nvSpPr>
        <p:spPr>
          <a:xfrm>
            <a:off x="8019288" y="2953512"/>
            <a:ext cx="3236976" cy="694944"/>
          </a:xfrm>
          <a:prstGeom prst="rect">
            <a:avLst/>
          </a:prstGeom>
          <a:noFill/>
          <a:ln/>
        </p:spPr>
        <p:txBody>
          <a:bodyPr wrap="square" lIns="0" tIns="0" rIns="0" bIns="0" rtlCol="0" anchor="ctr"/>
          <a:lstStyle/>
          <a:p>
            <a:pPr algn="ctr" indent="0" marL="0">
              <a:buNone/>
            </a:pPr>
            <a:r>
              <a:rPr lang="en-US" sz="2100" b="1" dirty="0">
                <a:solidFill>
                  <a:srgbClr val="DEDEDE"/>
                </a:solidFill>
                <a:latin typeface="Aptos" pitchFamily="34" charset="0"/>
                <a:ea typeface="Aptos" pitchFamily="34" charset="-122"/>
                <a:cs typeface="Aptos" pitchFamily="34" charset="-120"/>
              </a:rPr>
              <a:t>Verify</a:t>
            </a:r>
            <a:endParaRPr lang="en-US" sz="2100" dirty="0"/>
          </a:p>
        </p:txBody>
      </p:sp>
      <p:sp>
        <p:nvSpPr>
          <p:cNvPr id="14" name="Shape 11"/>
          <p:cNvSpPr/>
          <p:nvPr/>
        </p:nvSpPr>
        <p:spPr>
          <a:xfrm>
            <a:off x="3191256" y="3300984"/>
            <a:ext cx="521208" cy="0"/>
          </a:xfrm>
          <a:prstGeom prst="line">
            <a:avLst/>
          </a:prstGeom>
          <a:noFill/>
          <a:ln w="25400">
            <a:solidFill>
              <a:srgbClr val="FD8EA1"/>
            </a:solidFill>
            <a:prstDash val="solid"/>
            <a:tailEnd type="triangle"/>
          </a:ln>
        </p:spPr>
      </p:sp>
      <p:sp>
        <p:nvSpPr>
          <p:cNvPr id="15" name="Shape 12"/>
          <p:cNvSpPr/>
          <p:nvPr/>
        </p:nvSpPr>
        <p:spPr>
          <a:xfrm>
            <a:off x="7187184" y="3300984"/>
            <a:ext cx="713232" cy="0"/>
          </a:xfrm>
          <a:prstGeom prst="line">
            <a:avLst/>
          </a:prstGeom>
          <a:noFill/>
          <a:ln w="25400">
            <a:solidFill>
              <a:srgbClr val="FD8EA1"/>
            </a:solidFill>
            <a:prstDash val="solid"/>
            <a:tailEnd type="triangle"/>
          </a:ln>
        </p:spPr>
      </p:sp>
      <p:sp>
        <p:nvSpPr>
          <p:cNvPr id="16" name="Text 13"/>
          <p:cNvSpPr/>
          <p:nvPr/>
        </p:nvSpPr>
        <p:spPr>
          <a:xfrm>
            <a:off x="713232" y="4087368"/>
            <a:ext cx="8229600" cy="411480"/>
          </a:xfrm>
          <a:prstGeom prst="rect">
            <a:avLst/>
          </a:prstGeom>
          <a:noFill/>
          <a:ln/>
        </p:spPr>
        <p:txBody>
          <a:bodyPr wrap="square" lIns="0" tIns="0" rIns="0" bIns="0" rtlCol="0" anchor="ctr"/>
          <a:lstStyle/>
          <a:p>
            <a:pPr indent="0" marL="0">
              <a:buNone/>
            </a:pPr>
            <a:r>
              <a:rPr lang="en-US" sz="2300" b="1" dirty="0">
                <a:solidFill>
                  <a:srgbClr val="B0B0B0"/>
                </a:solidFill>
                <a:latin typeface="Aptos" pitchFamily="34" charset="0"/>
                <a:ea typeface="Aptos" pitchFamily="34" charset="-122"/>
                <a:cs typeface="Aptos" pitchFamily="34" charset="-120"/>
              </a:rPr>
              <a:t>RUN B / both faults known up front</a:t>
            </a:r>
            <a:endParaRPr lang="en-US" sz="2300" dirty="0"/>
          </a:p>
        </p:txBody>
      </p:sp>
      <p:sp>
        <p:nvSpPr>
          <p:cNvPr id="17" name="Shape 14"/>
          <p:cNvSpPr/>
          <p:nvPr/>
        </p:nvSpPr>
        <p:spPr>
          <a:xfrm>
            <a:off x="722376" y="4809744"/>
            <a:ext cx="2468880" cy="877824"/>
          </a:xfrm>
          <a:prstGeom prst="roundRect">
            <a:avLst>
              <a:gd name="adj" fmla="val 10417"/>
            </a:avLst>
          </a:prstGeom>
          <a:solidFill>
            <a:srgbClr val="292929"/>
          </a:solidFill>
          <a:ln w="16510">
            <a:solidFill>
              <a:srgbClr val="5F5F5F"/>
            </a:solidFill>
            <a:prstDash val="solid"/>
          </a:ln>
        </p:spPr>
      </p:sp>
      <p:sp>
        <p:nvSpPr>
          <p:cNvPr id="18" name="Text 15"/>
          <p:cNvSpPr/>
          <p:nvPr/>
        </p:nvSpPr>
        <p:spPr>
          <a:xfrm>
            <a:off x="841248" y="4901184"/>
            <a:ext cx="2231136" cy="694944"/>
          </a:xfrm>
          <a:prstGeom prst="rect">
            <a:avLst/>
          </a:prstGeom>
          <a:noFill/>
          <a:ln/>
        </p:spPr>
        <p:txBody>
          <a:bodyPr wrap="square" lIns="0" tIns="0" rIns="0" bIns="0" rtlCol="0" anchor="ctr"/>
          <a:lstStyle/>
          <a:p>
            <a:pPr algn="ctr" indent="0" marL="0">
              <a:buNone/>
            </a:pPr>
            <a:r>
              <a:rPr lang="en-US" sz="2100" b="1" dirty="0">
                <a:solidFill>
                  <a:srgbClr val="DEDEDE"/>
                </a:solidFill>
                <a:latin typeface="Aptos" pitchFamily="34" charset="0"/>
                <a:ea typeface="Aptos" pitchFamily="34" charset="-122"/>
                <a:cs typeface="Aptos" pitchFamily="34" charset="-120"/>
              </a:rPr>
              <a:t>Evidence</a:t>
            </a:r>
            <a:endParaRPr lang="en-US" sz="2100" dirty="0"/>
          </a:p>
        </p:txBody>
      </p:sp>
      <p:sp>
        <p:nvSpPr>
          <p:cNvPr id="19" name="Shape 16"/>
          <p:cNvSpPr/>
          <p:nvPr/>
        </p:nvSpPr>
        <p:spPr>
          <a:xfrm>
            <a:off x="3712464" y="4809744"/>
            <a:ext cx="3474720" cy="1051560"/>
          </a:xfrm>
          <a:prstGeom prst="roundRect">
            <a:avLst>
              <a:gd name="adj" fmla="val 8696"/>
            </a:avLst>
          </a:prstGeom>
          <a:solidFill>
            <a:srgbClr val="FD8EA1"/>
          </a:solidFill>
          <a:ln w="16510">
            <a:solidFill>
              <a:srgbClr val="FD8EA1"/>
            </a:solidFill>
            <a:prstDash val="solid"/>
          </a:ln>
        </p:spPr>
      </p:sp>
      <p:sp>
        <p:nvSpPr>
          <p:cNvPr id="20" name="Text 17"/>
          <p:cNvSpPr/>
          <p:nvPr/>
        </p:nvSpPr>
        <p:spPr>
          <a:xfrm>
            <a:off x="3831336" y="4901184"/>
            <a:ext cx="3236976" cy="868680"/>
          </a:xfrm>
          <a:prstGeom prst="rect">
            <a:avLst/>
          </a:prstGeom>
          <a:noFill/>
          <a:ln/>
        </p:spPr>
        <p:txBody>
          <a:bodyPr wrap="square" lIns="0" tIns="0" rIns="0" bIns="0" rtlCol="0" anchor="ctr"/>
          <a:lstStyle/>
          <a:p>
            <a:pPr algn="ctr" indent="0" marL="0">
              <a:buNone/>
            </a:pPr>
            <a:r>
              <a:rPr lang="en-US" sz="2300" b="1" dirty="0">
                <a:solidFill>
                  <a:srgbClr val="3D3B3A"/>
                </a:solidFill>
                <a:latin typeface="Aptos" pitchFamily="34" charset="0"/>
                <a:ea typeface="Aptos" pitchFamily="34" charset="-122"/>
                <a:cs typeface="Aptos" pitchFamily="34" charset="-120"/>
              </a:rPr>
              <a:t>Retry + capacity</a:t>
            </a:r>
            <a:endParaRPr lang="en-US" sz="2300" dirty="0"/>
          </a:p>
          <a:p>
            <a:pPr algn="ctr" indent="0" marL="0">
              <a:buNone/>
            </a:pPr>
            <a:r>
              <a:rPr lang="en-US" sz="2300" b="1" dirty="0">
                <a:solidFill>
                  <a:srgbClr val="3D3B3A"/>
                </a:solidFill>
                <a:latin typeface="Aptos" pitchFamily="34" charset="0"/>
                <a:ea typeface="Aptos" pitchFamily="34" charset="-122"/>
                <a:cs typeface="Aptos" pitchFamily="34" charset="-120"/>
              </a:rPr>
              <a:t>parallel specialists</a:t>
            </a:r>
            <a:endParaRPr lang="en-US" sz="2300" dirty="0"/>
          </a:p>
        </p:txBody>
      </p:sp>
      <p:sp>
        <p:nvSpPr>
          <p:cNvPr id="21" name="Shape 18"/>
          <p:cNvSpPr/>
          <p:nvPr/>
        </p:nvSpPr>
        <p:spPr>
          <a:xfrm>
            <a:off x="7900416" y="4809744"/>
            <a:ext cx="3474720" cy="877824"/>
          </a:xfrm>
          <a:prstGeom prst="roundRect">
            <a:avLst>
              <a:gd name="adj" fmla="val 10417"/>
            </a:avLst>
          </a:prstGeom>
          <a:solidFill>
            <a:srgbClr val="292929"/>
          </a:solidFill>
          <a:ln w="16510">
            <a:solidFill>
              <a:srgbClr val="5F5F5F"/>
            </a:solidFill>
            <a:prstDash val="solid"/>
          </a:ln>
        </p:spPr>
      </p:sp>
      <p:sp>
        <p:nvSpPr>
          <p:cNvPr id="22" name="Text 19"/>
          <p:cNvSpPr/>
          <p:nvPr/>
        </p:nvSpPr>
        <p:spPr>
          <a:xfrm>
            <a:off x="8019288" y="4901184"/>
            <a:ext cx="3236976" cy="694944"/>
          </a:xfrm>
          <a:prstGeom prst="rect">
            <a:avLst/>
          </a:prstGeom>
          <a:noFill/>
          <a:ln/>
        </p:spPr>
        <p:txBody>
          <a:bodyPr wrap="square" lIns="0" tIns="0" rIns="0" bIns="0" rtlCol="0" anchor="ctr"/>
          <a:lstStyle/>
          <a:p>
            <a:pPr algn="ctr" indent="0" marL="0">
              <a:buNone/>
            </a:pPr>
            <a:r>
              <a:rPr lang="en-US" sz="2100" b="1" dirty="0">
                <a:solidFill>
                  <a:srgbClr val="DEDEDE"/>
                </a:solidFill>
                <a:latin typeface="Aptos" pitchFamily="34" charset="0"/>
                <a:ea typeface="Aptos" pitchFamily="34" charset="-122"/>
                <a:cs typeface="Aptos" pitchFamily="34" charset="-120"/>
              </a:rPr>
              <a:t>Verify</a:t>
            </a:r>
            <a:endParaRPr lang="en-US" sz="2100" dirty="0"/>
          </a:p>
        </p:txBody>
      </p:sp>
      <p:sp>
        <p:nvSpPr>
          <p:cNvPr id="23" name="Shape 20"/>
          <p:cNvSpPr/>
          <p:nvPr/>
        </p:nvSpPr>
        <p:spPr>
          <a:xfrm>
            <a:off x="3191256" y="5248656"/>
            <a:ext cx="521208" cy="0"/>
          </a:xfrm>
          <a:prstGeom prst="line">
            <a:avLst/>
          </a:prstGeom>
          <a:noFill/>
          <a:ln w="25400">
            <a:solidFill>
              <a:srgbClr val="FD8EA1"/>
            </a:solidFill>
            <a:prstDash val="solid"/>
            <a:tailEnd type="triangle"/>
          </a:ln>
        </p:spPr>
      </p:sp>
      <p:sp>
        <p:nvSpPr>
          <p:cNvPr id="24" name="Shape 21"/>
          <p:cNvSpPr/>
          <p:nvPr/>
        </p:nvSpPr>
        <p:spPr>
          <a:xfrm>
            <a:off x="7187184" y="5248656"/>
            <a:ext cx="713232" cy="0"/>
          </a:xfrm>
          <a:prstGeom prst="line">
            <a:avLst/>
          </a:prstGeom>
          <a:noFill/>
          <a:ln w="25400">
            <a:solidFill>
              <a:srgbClr val="FD8EA1"/>
            </a:solidFill>
            <a:prstDash val="solid"/>
            <a:tailEnd type="triangle"/>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3D3B3A"/>
        </a:solidFill>
      </p:bgPr>
    </p:bg>
    <p:spTree>
      <p:nvGrpSpPr>
        <p:cNvPr id="1" name=""/>
        <p:cNvGrpSpPr/>
        <p:nvPr/>
      </p:nvGrpSpPr>
      <p:grpSpPr>
        <a:xfrm>
          <a:off x="0" y="0"/>
          <a:ext cx="0" cy="0"/>
          <a:chOff x="0" y="0"/>
          <a:chExt cx="0" cy="0"/>
        </a:xfrm>
      </p:grpSpPr>
      <p:sp>
        <p:nvSpPr>
          <p:cNvPr id="2" name="Text 0"/>
          <p:cNvSpPr/>
          <p:nvPr/>
        </p:nvSpPr>
        <p:spPr>
          <a:xfrm>
            <a:off x="566928" y="429768"/>
            <a:ext cx="11009376" cy="768096"/>
          </a:xfrm>
          <a:prstGeom prst="rect">
            <a:avLst/>
          </a:prstGeom>
          <a:noFill/>
          <a:ln/>
        </p:spPr>
        <p:txBody>
          <a:bodyPr wrap="square" lIns="0" tIns="0" rIns="0" bIns="0" rtlCol="0" anchor="t"/>
          <a:lstStyle/>
          <a:p>
            <a:pPr indent="0" marL="0">
              <a:buNone/>
            </a:pPr>
            <a:r>
              <a:rPr lang="en-US" sz="4400" b="1" dirty="0">
                <a:solidFill>
                  <a:srgbClr val="DEDEDE"/>
                </a:solidFill>
                <a:latin typeface="Aptos Display" pitchFamily="34" charset="0"/>
                <a:ea typeface="Aptos Display" pitchFamily="34" charset="-122"/>
                <a:cs typeface="Aptos Display" pitchFamily="34" charset="-120"/>
              </a:rPr>
              <a:t>Identify the feature at every stop.</a:t>
            </a:r>
            <a:endParaRPr lang="en-US" sz="4400" dirty="0"/>
          </a:p>
        </p:txBody>
      </p:sp>
      <p:sp>
        <p:nvSpPr>
          <p:cNvPr id="3" name="Text 1"/>
          <p:cNvSpPr/>
          <p:nvPr/>
        </p:nvSpPr>
        <p:spPr>
          <a:xfrm>
            <a:off x="566928" y="6446520"/>
            <a:ext cx="4663440" cy="201168"/>
          </a:xfrm>
          <a:prstGeom prst="rect">
            <a:avLst/>
          </a:prstGeom>
          <a:noFill/>
          <a:ln/>
        </p:spPr>
        <p:txBody>
          <a:bodyPr wrap="square" lIns="0" tIns="0" rIns="0" bIns="0" rtlCol="0" anchor="ctr"/>
          <a:lstStyle/>
          <a:p>
            <a:pPr indent="0" marL="0">
              <a:buNone/>
            </a:pPr>
            <a:r>
              <a:rPr lang="en-US" sz="1100" spc="80" kern="0" dirty="0">
                <a:solidFill>
                  <a:srgbClr val="B0B0B0"/>
                </a:solidFill>
                <a:latin typeface="Aptos" pitchFamily="34" charset="0"/>
                <a:ea typeface="Aptos" pitchFamily="34" charset="-122"/>
                <a:cs typeface="Aptos" pitchFamily="34" charset="-120"/>
              </a:rPr>
              <a:t>LAUNCH RESCUE / GITHUB COPILOT</a:t>
            </a:r>
            <a:endParaRPr lang="en-US" sz="1100" dirty="0"/>
          </a:p>
        </p:txBody>
      </p:sp>
      <p:sp>
        <p:nvSpPr>
          <p:cNvPr id="4" name="Text 2">
            <a:hlinkClick r:id="rId1" tooltip=""/>
          </p:cNvPr>
          <p:cNvSpPr/>
          <p:nvPr/>
        </p:nvSpPr>
        <p:spPr>
          <a:xfrm>
            <a:off x="6437376" y="6446520"/>
            <a:ext cx="4599432" cy="201168"/>
          </a:xfrm>
          <a:prstGeom prst="rect">
            <a:avLst/>
          </a:prstGeom>
          <a:noFill/>
          <a:ln/>
        </p:spPr>
        <p:txBody>
          <a:bodyPr wrap="square" lIns="0" tIns="0" rIns="0" bIns="0" rtlCol="0" anchor="ctr"/>
          <a:lstStyle/>
          <a:p>
            <a:pPr algn="r" indent="0" marL="0">
              <a:buNone/>
            </a:pPr>
            <a:r>
              <a:rPr lang="en-US" sz="1100" u="sng" dirty="0">
                <a:solidFill>
                  <a:srgbClr val="B0B0B0"/>
                </a:solid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S2 · S3  |  10 OCT 2026</a:t>
            </a:r>
            <a:endParaRPr lang="en-US" sz="1100" dirty="0"/>
          </a:p>
        </p:txBody>
      </p:sp>
      <p:sp>
        <p:nvSpPr>
          <p:cNvPr id="5" name="Text 3"/>
          <p:cNvSpPr/>
          <p:nvPr/>
        </p:nvSpPr>
        <p:spPr>
          <a:xfrm>
            <a:off x="11137392" y="6419088"/>
            <a:ext cx="457200" cy="256032"/>
          </a:xfrm>
          <a:prstGeom prst="rect">
            <a:avLst/>
          </a:prstGeom>
          <a:noFill/>
          <a:ln/>
        </p:spPr>
        <p:txBody>
          <a:bodyPr wrap="square" lIns="0" tIns="0" rIns="0" bIns="0" rtlCol="0" anchor="ctr"/>
          <a:lstStyle/>
          <a:p>
            <a:pPr algn="r" indent="0" marL="0">
              <a:buNone/>
            </a:pPr>
            <a:r>
              <a:rPr lang="en-US" sz="1300" dirty="0">
                <a:solidFill>
                  <a:srgbClr val="B0B0B0"/>
                </a:solidFill>
                <a:latin typeface="Aptos" pitchFamily="34" charset="0"/>
                <a:ea typeface="Aptos" pitchFamily="34" charset="-122"/>
                <a:cs typeface="Aptos" pitchFamily="34" charset="-120"/>
              </a:rPr>
              <a:t>09</a:t>
            </a:r>
            <a:endParaRPr lang="en-US" sz="1300" dirty="0"/>
          </a:p>
        </p:txBody>
      </p:sp>
      <p:sp>
        <p:nvSpPr>
          <p:cNvPr id="7" name="Shape 4"/>
          <p:cNvSpPr/>
          <p:nvPr/>
        </p:nvSpPr>
        <p:spPr>
          <a:xfrm>
            <a:off x="777240" y="1828800"/>
            <a:ext cx="5102352" cy="859536"/>
          </a:xfrm>
          <a:prstGeom prst="roundRect">
            <a:avLst>
              <a:gd name="adj" fmla="val 10638"/>
            </a:avLst>
          </a:prstGeom>
          <a:solidFill>
            <a:srgbClr val="292929"/>
          </a:solidFill>
          <a:ln w="16510">
            <a:solidFill>
              <a:srgbClr val="5F5F5F"/>
            </a:solidFill>
            <a:prstDash val="solid"/>
          </a:ln>
        </p:spPr>
      </p:sp>
      <p:sp>
        <p:nvSpPr>
          <p:cNvPr id="8" name="Text 5"/>
          <p:cNvSpPr/>
          <p:nvPr/>
        </p:nvSpPr>
        <p:spPr>
          <a:xfrm>
            <a:off x="896112" y="1920240"/>
            <a:ext cx="4864608" cy="676656"/>
          </a:xfrm>
          <a:prstGeom prst="rect">
            <a:avLst/>
          </a:prstGeom>
          <a:noFill/>
          <a:ln/>
        </p:spPr>
        <p:txBody>
          <a:bodyPr wrap="square" lIns="0" tIns="0" rIns="0" bIns="0" rtlCol="0" anchor="ctr"/>
          <a:lstStyle/>
          <a:p>
            <a:pPr algn="ctr" indent="0" marL="0">
              <a:buNone/>
            </a:pPr>
            <a:r>
              <a:rPr lang="en-US" sz="2900" b="1" dirty="0">
                <a:solidFill>
                  <a:srgbClr val="DEDEDE"/>
                </a:solidFill>
                <a:latin typeface="Aptos" pitchFamily="34" charset="0"/>
                <a:ea typeface="Aptos" pitchFamily="34" charset="-122"/>
                <a:cs typeface="Aptos" pitchFamily="34" charset="-120"/>
              </a:rPr>
              <a:t>Dynamic Workflow</a:t>
            </a:r>
            <a:endParaRPr lang="en-US" sz="2900" dirty="0"/>
          </a:p>
        </p:txBody>
      </p:sp>
      <p:sp>
        <p:nvSpPr>
          <p:cNvPr id="9" name="Text 6"/>
          <p:cNvSpPr/>
          <p:nvPr/>
        </p:nvSpPr>
        <p:spPr>
          <a:xfrm>
            <a:off x="923544" y="2907792"/>
            <a:ext cx="4864608" cy="1170432"/>
          </a:xfrm>
          <a:prstGeom prst="rect">
            <a:avLst/>
          </a:prstGeom>
          <a:noFill/>
          <a:ln/>
        </p:spPr>
        <p:txBody>
          <a:bodyPr wrap="square" lIns="0" tIns="0" rIns="0" bIns="0" rtlCol="0" anchor="ctr"/>
          <a:lstStyle/>
          <a:p>
            <a:pPr indent="0" marL="0">
              <a:buNone/>
            </a:pPr>
            <a:r>
              <a:rPr lang="en-US" sz="2400" b="1" dirty="0">
                <a:solidFill>
                  <a:srgbClr val="DEDEDE"/>
                </a:solidFill>
                <a:latin typeface="Aptos" pitchFamily="34" charset="0"/>
                <a:ea typeface="Aptos" pitchFamily="34" charset="-122"/>
                <a:cs typeface="Aptos" pitchFamily="34" charset="-120"/>
              </a:rPr>
              <a:t>CODE chooses the steps.</a:t>
            </a:r>
            <a:endParaRPr lang="en-US" sz="2400" dirty="0"/>
          </a:p>
          <a:p>
            <a:pPr indent="0" marL="0">
              <a:buNone/>
            </a:pPr>
            <a:r>
              <a:rPr lang="en-US" sz="2400" b="1" dirty="0">
                <a:solidFill>
                  <a:srgbClr val="DEDEDE"/>
                </a:solidFill>
                <a:latin typeface="Aptos" pitchFamily="34" charset="0"/>
                <a:ea typeface="Aptos" pitchFamily="34" charset="-122"/>
                <a:cs typeface="Aptos" pitchFamily="34" charset="-120"/>
              </a:rPr>
              <a:t>Branches when checks fail.</a:t>
            </a:r>
            <a:endParaRPr lang="en-US" sz="2400" dirty="0"/>
          </a:p>
          <a:p>
            <a:pPr indent="0" marL="0">
              <a:buNone/>
            </a:pPr>
            <a:r>
              <a:rPr lang="en-US" sz="2400" b="1" dirty="0">
                <a:solidFill>
                  <a:srgbClr val="DEDEDE"/>
                </a:solidFill>
                <a:latin typeface="Aptos" pitchFamily="34" charset="0"/>
                <a:ea typeface="Aptos" pitchFamily="34" charset="-122"/>
                <a:cs typeface="Aptos" pitchFamily="34" charset="-120"/>
              </a:rPr>
              <a:t>Keeps completed work.</a:t>
            </a:r>
            <a:endParaRPr lang="en-US" sz="2400" dirty="0"/>
          </a:p>
        </p:txBody>
      </p:sp>
      <p:sp>
        <p:nvSpPr>
          <p:cNvPr id="10" name="Shape 7"/>
          <p:cNvSpPr/>
          <p:nvPr/>
        </p:nvSpPr>
        <p:spPr>
          <a:xfrm>
            <a:off x="777240" y="4343400"/>
            <a:ext cx="5102352" cy="859536"/>
          </a:xfrm>
          <a:prstGeom prst="roundRect">
            <a:avLst>
              <a:gd name="adj" fmla="val 10638"/>
            </a:avLst>
          </a:prstGeom>
          <a:solidFill>
            <a:srgbClr val="FD8EA1"/>
          </a:solidFill>
          <a:ln w="16510">
            <a:solidFill>
              <a:srgbClr val="FD8EA1"/>
            </a:solidFill>
            <a:prstDash val="solid"/>
          </a:ln>
        </p:spPr>
      </p:sp>
      <p:sp>
        <p:nvSpPr>
          <p:cNvPr id="11" name="Text 8"/>
          <p:cNvSpPr/>
          <p:nvPr/>
        </p:nvSpPr>
        <p:spPr>
          <a:xfrm>
            <a:off x="896112" y="4434840"/>
            <a:ext cx="4864608" cy="676656"/>
          </a:xfrm>
          <a:prstGeom prst="rect">
            <a:avLst/>
          </a:prstGeom>
          <a:noFill/>
          <a:ln/>
        </p:spPr>
        <p:txBody>
          <a:bodyPr wrap="square" lIns="0" tIns="0" rIns="0" bIns="0" rtlCol="0" anchor="ctr"/>
          <a:lstStyle/>
          <a:p>
            <a:pPr algn="ctr" indent="0" marL="0">
              <a:buNone/>
            </a:pPr>
            <a:r>
              <a:rPr lang="en-US" sz="2900" b="1" dirty="0">
                <a:solidFill>
                  <a:srgbClr val="3D3B3A"/>
                </a:solidFill>
                <a:latin typeface="Aptos" pitchFamily="34" charset="0"/>
                <a:ea typeface="Aptos" pitchFamily="34" charset="-122"/>
                <a:cs typeface="Aptos" pitchFamily="34" charset="-120"/>
              </a:rPr>
              <a:t>Agentic Workflow</a:t>
            </a:r>
            <a:endParaRPr lang="en-US" sz="2900" dirty="0"/>
          </a:p>
        </p:txBody>
      </p:sp>
      <p:sp>
        <p:nvSpPr>
          <p:cNvPr id="12" name="Text 9"/>
          <p:cNvSpPr/>
          <p:nvPr/>
        </p:nvSpPr>
        <p:spPr>
          <a:xfrm>
            <a:off x="923544" y="5385816"/>
            <a:ext cx="4864608" cy="777240"/>
          </a:xfrm>
          <a:prstGeom prst="rect">
            <a:avLst/>
          </a:prstGeom>
          <a:noFill/>
          <a:ln/>
        </p:spPr>
        <p:txBody>
          <a:bodyPr wrap="square" lIns="0" tIns="0" rIns="0" bIns="0" rtlCol="0" anchor="ctr"/>
          <a:lstStyle/>
          <a:p>
            <a:pPr indent="0" marL="0">
              <a:buNone/>
            </a:pPr>
            <a:r>
              <a:rPr lang="en-US" sz="2400" b="1" dirty="0">
                <a:solidFill>
                  <a:srgbClr val="DEDEDE"/>
                </a:solidFill>
                <a:latin typeface="Aptos" pitchFamily="34" charset="0"/>
                <a:ea typeface="Aptos" pitchFamily="34" charset="-122"/>
                <a:cs typeface="Aptos" pitchFamily="34" charset="-120"/>
              </a:rPr>
              <a:t>MODEL interprets evidence.</a:t>
            </a:r>
            <a:endParaRPr lang="en-US" sz="2400" dirty="0"/>
          </a:p>
          <a:p>
            <a:pPr indent="0" marL="0">
              <a:buNone/>
            </a:pPr>
            <a:r>
              <a:rPr lang="en-US" sz="2400" b="1" dirty="0">
                <a:solidFill>
                  <a:srgbClr val="DEDEDE"/>
                </a:solidFill>
                <a:latin typeface="Aptos" pitchFamily="34" charset="0"/>
                <a:ea typeface="Aptos" pitchFamily="34" charset="-122"/>
                <a:cs typeface="Aptos" pitchFamily="34" charset="-120"/>
              </a:rPr>
              <a:t>Explains or rejects the repair.</a:t>
            </a:r>
            <a:endParaRPr lang="en-US" sz="2400" dirty="0"/>
          </a:p>
        </p:txBody>
      </p:sp>
      <p:sp>
        <p:nvSpPr>
          <p:cNvPr id="13" name="Text 10"/>
          <p:cNvSpPr/>
          <p:nvPr/>
        </p:nvSpPr>
        <p:spPr>
          <a:xfrm>
            <a:off x="6419088" y="1728216"/>
            <a:ext cx="4828032" cy="429768"/>
          </a:xfrm>
          <a:prstGeom prst="rect">
            <a:avLst/>
          </a:prstGeom>
          <a:noFill/>
          <a:ln/>
        </p:spPr>
        <p:txBody>
          <a:bodyPr wrap="square" lIns="0" tIns="0" rIns="0" bIns="0" rtlCol="0" anchor="ctr"/>
          <a:lstStyle/>
          <a:p>
            <a:pPr indent="0" marL="0">
              <a:buNone/>
            </a:pPr>
            <a:r>
              <a:rPr lang="en-US" sz="2600" b="1" dirty="0">
                <a:solidFill>
                  <a:srgbClr val="FD8EA1"/>
                </a:solidFill>
                <a:latin typeface="Aptos" pitchFamily="34" charset="0"/>
                <a:ea typeface="Aptos" pitchFamily="34" charset="-122"/>
                <a:cs typeface="Aptos" pitchFamily="34" charset="-120"/>
              </a:rPr>
              <a:t>Actual model handoff</a:t>
            </a:r>
            <a:endParaRPr lang="en-US" sz="2600" dirty="0"/>
          </a:p>
        </p:txBody>
      </p:sp>
      <p:pic>
        <p:nvPicPr>
          <p:cNvPr id="14" name="Image 0" descr="Cropped actual native model handoff showing gpt-6.1-sol max and its ctx.agent call.">    </p:cNvPr>
          <p:cNvPicPr>
            <a:picLocks noChangeAspect="1"/>
          </p:cNvPicPr>
          <p:nvPr/>
        </p:nvPicPr>
        <p:blipFill>
          <a:blip r:embed="rId2"/>
          <a:stretch>
            <a:fillRect/>
          </a:stretch>
        </p:blipFill>
        <p:spPr>
          <a:xfrm>
            <a:off x="6419088" y="2414016"/>
            <a:ext cx="4828032" cy="1384203"/>
          </a:xfrm>
          <a:prstGeom prst="rect">
            <a:avLst/>
          </a:prstGeom>
        </p:spPr>
      </p:pic>
      <p:sp>
        <p:nvSpPr>
          <p:cNvPr id="15" name="Text 11"/>
          <p:cNvSpPr/>
          <p:nvPr/>
        </p:nvSpPr>
        <p:spPr>
          <a:xfrm>
            <a:off x="6419088" y="4690872"/>
            <a:ext cx="4828032" cy="694944"/>
          </a:xfrm>
          <a:prstGeom prst="rect">
            <a:avLst/>
          </a:prstGeom>
          <a:noFill/>
          <a:ln/>
        </p:spPr>
        <p:txBody>
          <a:bodyPr wrap="square" lIns="0" tIns="0" rIns="0" bIns="0" rtlCol="0" anchor="ctr"/>
          <a:lstStyle/>
          <a:p>
            <a:pPr indent="0" marL="0">
              <a:buNone/>
            </a:pPr>
            <a:r>
              <a:rPr lang="en-US" sz="2400" b="1" dirty="0">
                <a:solidFill>
                  <a:srgbClr val="DEDEDE"/>
                </a:solidFill>
                <a:latin typeface="Aptos" pitchFamily="34" charset="0"/>
                <a:ea typeface="Aptos" pitchFamily="34" charset="-122"/>
                <a:cs typeface="Aptos" pitchFamily="34" charset="-120"/>
              </a:rPr>
              <a:t>Evidence in: 500 retry requests</a:t>
            </a:r>
            <a:endParaRPr lang="en-US" sz="2400" dirty="0"/>
          </a:p>
        </p:txBody>
      </p:sp>
      <p:sp>
        <p:nvSpPr>
          <p:cNvPr id="16" name="Text 12"/>
          <p:cNvSpPr/>
          <p:nvPr/>
        </p:nvSpPr>
        <p:spPr>
          <a:xfrm>
            <a:off x="6419088" y="5486400"/>
            <a:ext cx="4828032" cy="667512"/>
          </a:xfrm>
          <a:prstGeom prst="rect">
            <a:avLst/>
          </a:prstGeom>
          <a:noFill/>
          <a:ln/>
        </p:spPr>
        <p:txBody>
          <a:bodyPr wrap="square" lIns="0" tIns="0" rIns="0" bIns="0" rtlCol="0" anchor="ctr"/>
          <a:lstStyle/>
          <a:p>
            <a:pPr indent="0" marL="0">
              <a:buNone/>
            </a:pPr>
            <a:r>
              <a:rPr lang="en-US" sz="2200" dirty="0">
                <a:solidFill>
                  <a:srgbClr val="DEDEDE"/>
                </a:solidFill>
                <a:latin typeface="Consolas" pitchFamily="34" charset="0"/>
                <a:ea typeface="Consolas" pitchFamily="34" charset="-122"/>
                <a:cs typeface="Consolas" pitchFamily="34" charset="-120"/>
              </a:rPr>
              <a:t>repair: dedupe</a:t>
            </a:r>
            <a:endParaRPr lang="en-US" sz="2200" dirty="0"/>
          </a:p>
          <a:p>
            <a:pPr indent="0" marL="0">
              <a:buNone/>
            </a:pPr>
            <a:r>
              <a:rPr lang="en-US" sz="2200" dirty="0">
                <a:solidFill>
                  <a:srgbClr val="DEDEDE"/>
                </a:solidFill>
                <a:latin typeface="Consolas" pitchFamily="34" charset="0"/>
                <a:ea typeface="Consolas" pitchFamily="34" charset="-122"/>
                <a:cs typeface="Consolas" pitchFamily="34" charset="-120"/>
              </a:rPr>
              <a:t>cites: E-RETRY</a:t>
            </a:r>
            <a:endParaRPr lang="en-US"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4EF"/>
        </a:solidFill>
      </p:bgPr>
    </p:bg>
    <p:spTree>
      <p:nvGrpSpPr>
        <p:cNvPr id="1" name=""/>
        <p:cNvGrpSpPr/>
        <p:nvPr/>
      </p:nvGrpSpPr>
      <p:grpSpPr>
        <a:xfrm>
          <a:off x="0" y="0"/>
          <a:ext cx="0" cy="0"/>
          <a:chOff x="0" y="0"/>
          <a:chExt cx="0" cy="0"/>
        </a:xfrm>
      </p:grpSpPr>
      <p:sp>
        <p:nvSpPr>
          <p:cNvPr id="2" name="Text 0"/>
          <p:cNvSpPr/>
          <p:nvPr/>
        </p:nvSpPr>
        <p:spPr>
          <a:xfrm>
            <a:off x="566928" y="429768"/>
            <a:ext cx="11009376" cy="768096"/>
          </a:xfrm>
          <a:prstGeom prst="rect">
            <a:avLst/>
          </a:prstGeom>
          <a:noFill/>
          <a:ln/>
        </p:spPr>
        <p:txBody>
          <a:bodyPr wrap="square" lIns="0" tIns="0" rIns="0" bIns="0" rtlCol="0" anchor="t"/>
          <a:lstStyle/>
          <a:p>
            <a:pPr indent="0" marL="0">
              <a:buNone/>
            </a:pPr>
            <a:r>
              <a:rPr lang="en-US" sz="4400" b="1" dirty="0">
                <a:solidFill>
                  <a:srgbClr val="242424"/>
                </a:solidFill>
                <a:latin typeface="Aptos Display" pitchFamily="34" charset="0"/>
                <a:ea typeface="Aptos Display" pitchFamily="34" charset="-122"/>
                <a:cs typeface="Aptos Display" pitchFamily="34" charset="-120"/>
              </a:rPr>
              <a:t>The room picks the incident.</a:t>
            </a:r>
            <a:endParaRPr lang="en-US" sz="4400" dirty="0"/>
          </a:p>
        </p:txBody>
      </p:sp>
      <p:sp>
        <p:nvSpPr>
          <p:cNvPr id="3" name="Text 1"/>
          <p:cNvSpPr/>
          <p:nvPr/>
        </p:nvSpPr>
        <p:spPr>
          <a:xfrm>
            <a:off x="566928" y="6446520"/>
            <a:ext cx="4663440" cy="201168"/>
          </a:xfrm>
          <a:prstGeom prst="rect">
            <a:avLst/>
          </a:prstGeom>
          <a:noFill/>
          <a:ln/>
        </p:spPr>
        <p:txBody>
          <a:bodyPr wrap="square" lIns="0" tIns="0" rIns="0" bIns="0" rtlCol="0" anchor="ctr"/>
          <a:lstStyle/>
          <a:p>
            <a:pPr indent="0" marL="0">
              <a:buNone/>
            </a:pPr>
            <a:r>
              <a:rPr lang="en-US" sz="1100" spc="80" kern="0" dirty="0">
                <a:solidFill>
                  <a:srgbClr val="5C5C5C"/>
                </a:solidFill>
                <a:latin typeface="Aptos" pitchFamily="34" charset="0"/>
                <a:ea typeface="Aptos" pitchFamily="34" charset="-122"/>
                <a:cs typeface="Aptos" pitchFamily="34" charset="-120"/>
              </a:rPr>
              <a:t>LAUNCH RESCUE / GITHUB COPILOT</a:t>
            </a:r>
            <a:endParaRPr lang="en-US" sz="1100" dirty="0"/>
          </a:p>
        </p:txBody>
      </p:sp>
      <p:sp>
        <p:nvSpPr>
          <p:cNvPr id="4" name="Text 2">
            <a:hlinkClick r:id="rId1" tooltip=""/>
          </p:cNvPr>
          <p:cNvSpPr/>
          <p:nvPr/>
        </p:nvSpPr>
        <p:spPr>
          <a:xfrm>
            <a:off x="6437376" y="6446520"/>
            <a:ext cx="4599432" cy="201168"/>
          </a:xfrm>
          <a:prstGeom prst="rect">
            <a:avLst/>
          </a:prstGeom>
          <a:noFill/>
          <a:ln/>
        </p:spPr>
        <p:txBody>
          <a:bodyPr wrap="square" lIns="0" tIns="0" rIns="0" bIns="0" rtlCol="0" anchor="ctr"/>
          <a:lstStyle/>
          <a:p>
            <a:pPr algn="r" indent="0" marL="0">
              <a:buNone/>
            </a:pPr>
            <a:r>
              <a:rPr lang="en-US" sz="1100" u="sng" dirty="0">
                <a:solidFill>
                  <a:srgbClr val="5C5C5C"/>
                </a:solid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S1  |  10 OCT 2026</a:t>
            </a:r>
            <a:endParaRPr lang="en-US" sz="1100" dirty="0"/>
          </a:p>
        </p:txBody>
      </p:sp>
      <p:sp>
        <p:nvSpPr>
          <p:cNvPr id="5" name="Text 3"/>
          <p:cNvSpPr/>
          <p:nvPr/>
        </p:nvSpPr>
        <p:spPr>
          <a:xfrm>
            <a:off x="11137392" y="6419088"/>
            <a:ext cx="457200" cy="256032"/>
          </a:xfrm>
          <a:prstGeom prst="rect">
            <a:avLst/>
          </a:prstGeom>
          <a:noFill/>
          <a:ln/>
        </p:spPr>
        <p:txBody>
          <a:bodyPr wrap="square" lIns="0" tIns="0" rIns="0" bIns="0" rtlCol="0" anchor="ctr"/>
          <a:lstStyle/>
          <a:p>
            <a:pPr algn="r" indent="0" marL="0">
              <a:buNone/>
            </a:pPr>
            <a:r>
              <a:rPr lang="en-US" sz="1300" dirty="0">
                <a:solidFill>
                  <a:srgbClr val="5C5C5C"/>
                </a:solidFill>
                <a:latin typeface="Aptos" pitchFamily="34" charset="0"/>
                <a:ea typeface="Aptos" pitchFamily="34" charset="-122"/>
                <a:cs typeface="Aptos" pitchFamily="34" charset="-120"/>
              </a:rPr>
              <a:t>10</a:t>
            </a:r>
            <a:endParaRPr lang="en-US" sz="1300" dirty="0"/>
          </a:p>
        </p:txBody>
      </p:sp>
      <p:sp>
        <p:nvSpPr>
          <p:cNvPr id="7" name="Shape 4"/>
          <p:cNvSpPr/>
          <p:nvPr/>
        </p:nvSpPr>
        <p:spPr>
          <a:xfrm>
            <a:off x="685800" y="1773936"/>
            <a:ext cx="5294376" cy="1874520"/>
          </a:xfrm>
          <a:prstGeom prst="roundRect">
            <a:avLst>
              <a:gd name="adj" fmla="val 5854"/>
            </a:avLst>
          </a:prstGeom>
          <a:solidFill>
            <a:srgbClr val="FFFFFF"/>
          </a:solidFill>
          <a:ln w="12700">
            <a:solidFill>
              <a:srgbClr val="DEDEDE"/>
            </a:solidFill>
            <a:prstDash val="solid"/>
          </a:ln>
        </p:spPr>
      </p:sp>
      <p:sp>
        <p:nvSpPr>
          <p:cNvPr id="8" name="Text 5"/>
          <p:cNvSpPr/>
          <p:nvPr/>
        </p:nvSpPr>
        <p:spPr>
          <a:xfrm>
            <a:off x="886968" y="1975104"/>
            <a:ext cx="4892040" cy="603504"/>
          </a:xfrm>
          <a:prstGeom prst="rect">
            <a:avLst/>
          </a:prstGeom>
          <a:noFill/>
          <a:ln/>
        </p:spPr>
        <p:txBody>
          <a:bodyPr wrap="square" lIns="0" tIns="0" rIns="0" bIns="0" rtlCol="0" anchor="ctr"/>
          <a:lstStyle/>
          <a:p>
            <a:pPr indent="0" marL="0">
              <a:buNone/>
            </a:pPr>
            <a:r>
              <a:rPr lang="en-US" sz="3000" b="1" dirty="0">
                <a:solidFill>
                  <a:srgbClr val="242424"/>
                </a:solidFill>
                <a:latin typeface="Aptos" pitchFamily="34" charset="0"/>
                <a:ea typeface="Aptos" pitchFamily="34" charset="-122"/>
                <a:cs typeface="Aptos" pitchFamily="34" charset="-120"/>
              </a:rPr>
              <a:t>Retry storm</a:t>
            </a:r>
            <a:endParaRPr lang="en-US" sz="3000" dirty="0"/>
          </a:p>
        </p:txBody>
      </p:sp>
      <p:sp>
        <p:nvSpPr>
          <p:cNvPr id="9" name="Text 6"/>
          <p:cNvSpPr/>
          <p:nvPr/>
        </p:nvSpPr>
        <p:spPr>
          <a:xfrm>
            <a:off x="886968" y="2706624"/>
            <a:ext cx="4892040" cy="777240"/>
          </a:xfrm>
          <a:prstGeom prst="rect">
            <a:avLst/>
          </a:prstGeom>
          <a:noFill/>
          <a:ln/>
        </p:spPr>
        <p:txBody>
          <a:bodyPr wrap="square" lIns="0" tIns="0" rIns="0" bIns="0" rtlCol="0" anchor="t"/>
          <a:lstStyle/>
          <a:p>
            <a:pPr indent="0" marL="0">
              <a:buNone/>
            </a:pPr>
            <a:r>
              <a:rPr lang="en-US" sz="2100" dirty="0">
                <a:solidFill>
                  <a:srgbClr val="5C5C5C"/>
                </a:solidFill>
                <a:latin typeface="Aptos" pitchFamily="34" charset="0"/>
                <a:ea typeface="Aptos" pitchFamily="34" charset="-122"/>
                <a:cs typeface="Aptos" pitchFamily="34" charset="-120"/>
              </a:rPr>
              <a:t>500 extra requests.</a:t>
            </a:r>
            <a:endParaRPr lang="en-US" sz="2100" dirty="0"/>
          </a:p>
          <a:p>
            <a:pPr indent="0" marL="0">
              <a:buNone/>
            </a:pPr>
            <a:r>
              <a:rPr lang="en-US" sz="2100" dirty="0">
                <a:solidFill>
                  <a:srgbClr val="5C5C5C"/>
                </a:solidFill>
                <a:latin typeface="Aptos" pitchFamily="34" charset="0"/>
                <a:ea typeface="Aptos" pitchFamily="34" charset="-122"/>
                <a:cs typeface="Aptos" pitchFamily="34" charset="-120"/>
              </a:rPr>
              <a:t>Identity must survive retries.</a:t>
            </a:r>
            <a:endParaRPr lang="en-US" sz="2100" dirty="0"/>
          </a:p>
        </p:txBody>
      </p:sp>
      <p:sp>
        <p:nvSpPr>
          <p:cNvPr id="10" name="Shape 7"/>
          <p:cNvSpPr/>
          <p:nvPr/>
        </p:nvSpPr>
        <p:spPr>
          <a:xfrm>
            <a:off x="6208776" y="1773936"/>
            <a:ext cx="5294376" cy="1874520"/>
          </a:xfrm>
          <a:prstGeom prst="roundRect">
            <a:avLst>
              <a:gd name="adj" fmla="val 5854"/>
            </a:avLst>
          </a:prstGeom>
          <a:solidFill>
            <a:srgbClr val="FFFFFF"/>
          </a:solidFill>
          <a:ln w="12700">
            <a:solidFill>
              <a:srgbClr val="DEDEDE"/>
            </a:solidFill>
            <a:prstDash val="solid"/>
          </a:ln>
        </p:spPr>
      </p:sp>
      <p:sp>
        <p:nvSpPr>
          <p:cNvPr id="11" name="Text 8"/>
          <p:cNvSpPr/>
          <p:nvPr/>
        </p:nvSpPr>
        <p:spPr>
          <a:xfrm>
            <a:off x="6409944" y="1975104"/>
            <a:ext cx="4892040" cy="603504"/>
          </a:xfrm>
          <a:prstGeom prst="rect">
            <a:avLst/>
          </a:prstGeom>
          <a:noFill/>
          <a:ln/>
        </p:spPr>
        <p:txBody>
          <a:bodyPr wrap="square" lIns="0" tIns="0" rIns="0" bIns="0" rtlCol="0" anchor="ctr"/>
          <a:lstStyle/>
          <a:p>
            <a:pPr indent="0" marL="0">
              <a:buNone/>
            </a:pPr>
            <a:r>
              <a:rPr lang="en-US" sz="3000" b="1" dirty="0">
                <a:solidFill>
                  <a:srgbClr val="242424"/>
                </a:solidFill>
                <a:latin typeface="Aptos" pitchFamily="34" charset="0"/>
                <a:ea typeface="Aptos" pitchFamily="34" charset="-122"/>
                <a:cs typeface="Aptos" pitchFamily="34" charset="-120"/>
              </a:rPr>
              <a:t>Room switch</a:t>
            </a:r>
            <a:endParaRPr lang="en-US" sz="3000" dirty="0"/>
          </a:p>
        </p:txBody>
      </p:sp>
      <p:sp>
        <p:nvSpPr>
          <p:cNvPr id="12" name="Text 9"/>
          <p:cNvSpPr/>
          <p:nvPr/>
        </p:nvSpPr>
        <p:spPr>
          <a:xfrm>
            <a:off x="6409944" y="2706624"/>
            <a:ext cx="4892040" cy="777240"/>
          </a:xfrm>
          <a:prstGeom prst="rect">
            <a:avLst/>
          </a:prstGeom>
          <a:noFill/>
          <a:ln/>
        </p:spPr>
        <p:txBody>
          <a:bodyPr wrap="square" lIns="0" tIns="0" rIns="0" bIns="0" rtlCol="0" anchor="t"/>
          <a:lstStyle/>
          <a:p>
            <a:pPr indent="0" marL="0">
              <a:buNone/>
            </a:pPr>
            <a:r>
              <a:rPr lang="en-US" sz="2100" dirty="0">
                <a:solidFill>
                  <a:srgbClr val="5C5C5C"/>
                </a:solidFill>
                <a:latin typeface="Aptos" pitchFamily="34" charset="0"/>
                <a:ea typeface="Aptos" pitchFamily="34" charset="-122"/>
                <a:cs typeface="Aptos" pitchFamily="34" charset="-120"/>
              </a:rPr>
              <a:t>The published map is stale.</a:t>
            </a:r>
            <a:endParaRPr lang="en-US" sz="2100" dirty="0"/>
          </a:p>
          <a:p>
            <a:pPr indent="0" marL="0">
              <a:buNone/>
            </a:pPr>
            <a:r>
              <a:rPr lang="en-US" sz="2100" dirty="0">
                <a:solidFill>
                  <a:srgbClr val="5C5C5C"/>
                </a:solidFill>
                <a:latin typeface="Aptos" pitchFamily="34" charset="0"/>
                <a:ea typeface="Aptos" pitchFamily="34" charset="-122"/>
                <a:cs typeface="Aptos" pitchFamily="34" charset="-120"/>
              </a:rPr>
              <a:t>Capacity must stay honest.</a:t>
            </a:r>
            <a:endParaRPr lang="en-US" sz="2100" dirty="0"/>
          </a:p>
        </p:txBody>
      </p:sp>
      <p:sp>
        <p:nvSpPr>
          <p:cNvPr id="13" name="Shape 10"/>
          <p:cNvSpPr/>
          <p:nvPr/>
        </p:nvSpPr>
        <p:spPr>
          <a:xfrm>
            <a:off x="685800" y="3941064"/>
            <a:ext cx="5294376" cy="1874520"/>
          </a:xfrm>
          <a:prstGeom prst="roundRect">
            <a:avLst>
              <a:gd name="adj" fmla="val 5854"/>
            </a:avLst>
          </a:prstGeom>
          <a:solidFill>
            <a:srgbClr val="FFFFFF"/>
          </a:solidFill>
          <a:ln w="12700">
            <a:solidFill>
              <a:srgbClr val="DEDEDE"/>
            </a:solidFill>
            <a:prstDash val="solid"/>
          </a:ln>
        </p:spPr>
      </p:sp>
      <p:sp>
        <p:nvSpPr>
          <p:cNvPr id="14" name="Text 11"/>
          <p:cNvSpPr/>
          <p:nvPr/>
        </p:nvSpPr>
        <p:spPr>
          <a:xfrm>
            <a:off x="886968" y="4142232"/>
            <a:ext cx="4892040" cy="603504"/>
          </a:xfrm>
          <a:prstGeom prst="rect">
            <a:avLst/>
          </a:prstGeom>
          <a:noFill/>
          <a:ln/>
        </p:spPr>
        <p:txBody>
          <a:bodyPr wrap="square" lIns="0" tIns="0" rIns="0" bIns="0" rtlCol="0" anchor="ctr"/>
          <a:lstStyle/>
          <a:p>
            <a:pPr indent="0" marL="0">
              <a:buNone/>
            </a:pPr>
            <a:r>
              <a:rPr lang="en-US" sz="3000" b="1" dirty="0">
                <a:solidFill>
                  <a:srgbClr val="242424"/>
                </a:solidFill>
                <a:latin typeface="Aptos" pitchFamily="34" charset="0"/>
                <a:ea typeface="Aptos" pitchFamily="34" charset="-122"/>
                <a:cs typeface="Aptos" pitchFamily="34" charset="-120"/>
              </a:rPr>
              <a:t>Both at once</a:t>
            </a:r>
            <a:endParaRPr lang="en-US" sz="3000" dirty="0"/>
          </a:p>
        </p:txBody>
      </p:sp>
      <p:sp>
        <p:nvSpPr>
          <p:cNvPr id="15" name="Text 12"/>
          <p:cNvSpPr/>
          <p:nvPr/>
        </p:nvSpPr>
        <p:spPr>
          <a:xfrm>
            <a:off x="886968" y="4873752"/>
            <a:ext cx="4892040" cy="777240"/>
          </a:xfrm>
          <a:prstGeom prst="rect">
            <a:avLst/>
          </a:prstGeom>
          <a:noFill/>
          <a:ln/>
        </p:spPr>
        <p:txBody>
          <a:bodyPr wrap="square" lIns="0" tIns="0" rIns="0" bIns="0" rtlCol="0" anchor="t"/>
          <a:lstStyle/>
          <a:p>
            <a:pPr indent="0" marL="0">
              <a:buNone/>
            </a:pPr>
            <a:r>
              <a:rPr lang="en-US" sz="2100" dirty="0">
                <a:solidFill>
                  <a:srgbClr val="5C5C5C"/>
                </a:solidFill>
                <a:latin typeface="Aptos" pitchFamily="34" charset="0"/>
                <a:ea typeface="Aptos" pitchFamily="34" charset="-122"/>
                <a:cs typeface="Aptos" pitchFamily="34" charset="-120"/>
              </a:rPr>
              <a:t>Two independent findings.</a:t>
            </a:r>
            <a:endParaRPr lang="en-US" sz="2100" dirty="0"/>
          </a:p>
          <a:p>
            <a:pPr indent="0" marL="0">
              <a:buNone/>
            </a:pPr>
            <a:r>
              <a:rPr lang="en-US" sz="2100" dirty="0">
                <a:solidFill>
                  <a:srgbClr val="5C5C5C"/>
                </a:solidFill>
                <a:latin typeface="Aptos" pitchFamily="34" charset="0"/>
                <a:ea typeface="Aptos" pitchFamily="34" charset="-122"/>
                <a:cs typeface="Aptos" pitchFamily="34" charset="-120"/>
              </a:rPr>
              <a:t>Two specialists in parallel.</a:t>
            </a:r>
            <a:endParaRPr lang="en-US" sz="2100" dirty="0"/>
          </a:p>
        </p:txBody>
      </p:sp>
      <p:sp>
        <p:nvSpPr>
          <p:cNvPr id="16" name="Shape 13"/>
          <p:cNvSpPr/>
          <p:nvPr/>
        </p:nvSpPr>
        <p:spPr>
          <a:xfrm>
            <a:off x="6208776" y="3941064"/>
            <a:ext cx="5294376" cy="1874520"/>
          </a:xfrm>
          <a:prstGeom prst="roundRect">
            <a:avLst>
              <a:gd name="adj" fmla="val 5854"/>
            </a:avLst>
          </a:prstGeom>
          <a:solidFill>
            <a:srgbClr val="FFFFFF"/>
          </a:solidFill>
          <a:ln w="25400">
            <a:solidFill>
              <a:srgbClr val="B11F4B"/>
            </a:solidFill>
            <a:prstDash val="solid"/>
          </a:ln>
        </p:spPr>
      </p:sp>
      <p:sp>
        <p:nvSpPr>
          <p:cNvPr id="17" name="Text 14"/>
          <p:cNvSpPr/>
          <p:nvPr/>
        </p:nvSpPr>
        <p:spPr>
          <a:xfrm>
            <a:off x="6409944" y="4142232"/>
            <a:ext cx="4892040" cy="603504"/>
          </a:xfrm>
          <a:prstGeom prst="rect">
            <a:avLst/>
          </a:prstGeom>
          <a:noFill/>
          <a:ln/>
        </p:spPr>
        <p:txBody>
          <a:bodyPr wrap="square" lIns="0" tIns="0" rIns="0" bIns="0" rtlCol="0" anchor="ctr"/>
          <a:lstStyle/>
          <a:p>
            <a:pPr indent="0" marL="0">
              <a:buNone/>
            </a:pPr>
            <a:r>
              <a:rPr lang="en-US" sz="3000" b="1" dirty="0">
                <a:solidFill>
                  <a:srgbClr val="242424"/>
                </a:solidFill>
                <a:latin typeface="Aptos" pitchFamily="34" charset="0"/>
                <a:ea typeface="Aptos" pitchFamily="34" charset="-122"/>
                <a:cs typeface="Aptos" pitchFamily="34" charset="-120"/>
              </a:rPr>
              <a:t>Surprise me</a:t>
            </a:r>
            <a:endParaRPr lang="en-US" sz="3000" dirty="0"/>
          </a:p>
        </p:txBody>
      </p:sp>
      <p:sp>
        <p:nvSpPr>
          <p:cNvPr id="18" name="Text 15"/>
          <p:cNvSpPr/>
          <p:nvPr/>
        </p:nvSpPr>
        <p:spPr>
          <a:xfrm>
            <a:off x="6409944" y="4873752"/>
            <a:ext cx="4892040" cy="777240"/>
          </a:xfrm>
          <a:prstGeom prst="rect">
            <a:avLst/>
          </a:prstGeom>
          <a:noFill/>
          <a:ln/>
        </p:spPr>
        <p:txBody>
          <a:bodyPr wrap="square" lIns="0" tIns="0" rIns="0" bIns="0" rtlCol="0" anchor="t"/>
          <a:lstStyle/>
          <a:p>
            <a:pPr indent="0" marL="0">
              <a:buNone/>
            </a:pPr>
            <a:r>
              <a:rPr lang="en-US" sz="2100" dirty="0">
                <a:solidFill>
                  <a:srgbClr val="5C5C5C"/>
                </a:solidFill>
                <a:latin typeface="Aptos" pitchFamily="34" charset="0"/>
                <a:ea typeface="Aptos" pitchFamily="34" charset="-122"/>
                <a:cs typeface="Aptos" pitchFamily="34" charset="-120"/>
              </a:rPr>
              <a:t>Plan first.</a:t>
            </a:r>
            <a:endParaRPr lang="en-US" sz="2100" dirty="0"/>
          </a:p>
          <a:p>
            <a:pPr indent="0" marL="0">
              <a:buNone/>
            </a:pPr>
            <a:r>
              <a:rPr lang="en-US" sz="2100" dirty="0">
                <a:solidFill>
                  <a:srgbClr val="5C5C5C"/>
                </a:solidFill>
                <a:latin typeface="Aptos" pitchFamily="34" charset="0"/>
                <a:ea typeface="Aptos" pitchFamily="34" charset="-122"/>
                <a:cs typeface="Aptos" pitchFamily="34" charset="-120"/>
              </a:rPr>
              <a:t>Then change the evidence.</a:t>
            </a:r>
            <a:endParaRPr lang="en-US" sz="2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3D3B3A"/>
        </a:solidFill>
      </p:bgPr>
    </p:bg>
    <p:spTree>
      <p:nvGrpSpPr>
        <p:cNvPr id="1" name=""/>
        <p:cNvGrpSpPr/>
        <p:nvPr/>
      </p:nvGrpSpPr>
      <p:grpSpPr>
        <a:xfrm>
          <a:off x="0" y="0"/>
          <a:ext cx="0" cy="0"/>
          <a:chOff x="0" y="0"/>
          <a:chExt cx="0" cy="0"/>
        </a:xfrm>
      </p:grpSpPr>
      <p:sp>
        <p:nvSpPr>
          <p:cNvPr id="2" name="Text 0"/>
          <p:cNvSpPr/>
          <p:nvPr/>
        </p:nvSpPr>
        <p:spPr>
          <a:xfrm>
            <a:off x="566928" y="429768"/>
            <a:ext cx="11009376" cy="1261872"/>
          </a:xfrm>
          <a:prstGeom prst="rect">
            <a:avLst/>
          </a:prstGeom>
          <a:noFill/>
          <a:ln/>
        </p:spPr>
        <p:txBody>
          <a:bodyPr wrap="square" lIns="0" tIns="0" rIns="0" bIns="0" rtlCol="0" anchor="t"/>
          <a:lstStyle/>
          <a:p>
            <a:pPr indent="0" marL="0">
              <a:buNone/>
            </a:pPr>
            <a:r>
              <a:rPr lang="en-US" sz="4200" b="1" dirty="0">
                <a:solidFill>
                  <a:srgbClr val="DEDEDE"/>
                </a:solidFill>
                <a:latin typeface="Aptos Display" pitchFamily="34" charset="0"/>
                <a:ea typeface="Aptos Display" pitchFamily="34" charset="-122"/>
                <a:cs typeface="Aptos Display" pitchFamily="34" charset="-120"/>
              </a:rPr>
              <a:t>One command.</a:t>
            </a:r>
            <a:endParaRPr lang="en-US" sz="4200" dirty="0"/>
          </a:p>
          <a:p>
            <a:pPr indent="0" marL="0">
              <a:buNone/>
            </a:pPr>
            <a:r>
              <a:rPr lang="en-US" sz="4200" b="1" dirty="0">
                <a:solidFill>
                  <a:srgbClr val="DEDEDE"/>
                </a:solidFill>
                <a:latin typeface="Aptos Display" pitchFamily="34" charset="0"/>
                <a:ea typeface="Aptos Display" pitchFamily="34" charset="-122"/>
                <a:cs typeface="Aptos Display" pitchFamily="34" charset="-120"/>
              </a:rPr>
              <a:t>A real Copilot workflow.</a:t>
            </a:r>
            <a:endParaRPr lang="en-US" sz="4200" dirty="0"/>
          </a:p>
        </p:txBody>
      </p:sp>
      <p:sp>
        <p:nvSpPr>
          <p:cNvPr id="3" name="Text 1"/>
          <p:cNvSpPr/>
          <p:nvPr/>
        </p:nvSpPr>
        <p:spPr>
          <a:xfrm>
            <a:off x="566928" y="6446520"/>
            <a:ext cx="4663440" cy="201168"/>
          </a:xfrm>
          <a:prstGeom prst="rect">
            <a:avLst/>
          </a:prstGeom>
          <a:noFill/>
          <a:ln/>
        </p:spPr>
        <p:txBody>
          <a:bodyPr wrap="square" lIns="0" tIns="0" rIns="0" bIns="0" rtlCol="0" anchor="ctr"/>
          <a:lstStyle/>
          <a:p>
            <a:pPr indent="0" marL="0">
              <a:buNone/>
            </a:pPr>
            <a:r>
              <a:rPr lang="en-US" sz="1100" spc="80" kern="0" dirty="0">
                <a:solidFill>
                  <a:srgbClr val="B0B0B0"/>
                </a:solidFill>
                <a:latin typeface="Aptos" pitchFamily="34" charset="0"/>
                <a:ea typeface="Aptos" pitchFamily="34" charset="-122"/>
                <a:cs typeface="Aptos" pitchFamily="34" charset="-120"/>
              </a:rPr>
              <a:t>LAUNCH RESCUE / GITHUB COPILOT</a:t>
            </a:r>
            <a:endParaRPr lang="en-US" sz="1100" dirty="0"/>
          </a:p>
        </p:txBody>
      </p:sp>
      <p:sp>
        <p:nvSpPr>
          <p:cNvPr id="4" name="Text 2">
            <a:hlinkClick r:id="rId1" tooltip=""/>
          </p:cNvPr>
          <p:cNvSpPr/>
          <p:nvPr/>
        </p:nvSpPr>
        <p:spPr>
          <a:xfrm>
            <a:off x="6437376" y="6446520"/>
            <a:ext cx="4599432" cy="201168"/>
          </a:xfrm>
          <a:prstGeom prst="rect">
            <a:avLst/>
          </a:prstGeom>
          <a:noFill/>
          <a:ln/>
        </p:spPr>
        <p:txBody>
          <a:bodyPr wrap="square" lIns="0" tIns="0" rIns="0" bIns="0" rtlCol="0" anchor="ctr"/>
          <a:lstStyle/>
          <a:p>
            <a:pPr algn="r" indent="0" marL="0">
              <a:buNone/>
            </a:pPr>
            <a:r>
              <a:rPr lang="en-US" sz="1100" u="sng" dirty="0">
                <a:solidFill>
                  <a:srgbClr val="B0B0B0"/>
                </a:solid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S2 · S4 · S5 · S19 · S20  |  10 OCT 2026</a:t>
            </a:r>
            <a:endParaRPr lang="en-US" sz="1100" dirty="0"/>
          </a:p>
        </p:txBody>
      </p:sp>
      <p:sp>
        <p:nvSpPr>
          <p:cNvPr id="5" name="Text 3"/>
          <p:cNvSpPr/>
          <p:nvPr/>
        </p:nvSpPr>
        <p:spPr>
          <a:xfrm>
            <a:off x="11137392" y="6419088"/>
            <a:ext cx="457200" cy="256032"/>
          </a:xfrm>
          <a:prstGeom prst="rect">
            <a:avLst/>
          </a:prstGeom>
          <a:noFill/>
          <a:ln/>
        </p:spPr>
        <p:txBody>
          <a:bodyPr wrap="square" lIns="0" tIns="0" rIns="0" bIns="0" rtlCol="0" anchor="ctr"/>
          <a:lstStyle/>
          <a:p>
            <a:pPr algn="r" indent="0" marL="0">
              <a:buNone/>
            </a:pPr>
            <a:r>
              <a:rPr lang="en-US" sz="1300" dirty="0">
                <a:solidFill>
                  <a:srgbClr val="B0B0B0"/>
                </a:solidFill>
                <a:latin typeface="Aptos" pitchFamily="34" charset="0"/>
                <a:ea typeface="Aptos" pitchFamily="34" charset="-122"/>
                <a:cs typeface="Aptos" pitchFamily="34" charset="-120"/>
              </a:rPr>
              <a:t>11</a:t>
            </a:r>
            <a:endParaRPr lang="en-US" sz="1300" dirty="0"/>
          </a:p>
        </p:txBody>
      </p:sp>
      <p:sp>
        <p:nvSpPr>
          <p:cNvPr id="7" name="Shape 4"/>
          <p:cNvSpPr/>
          <p:nvPr/>
        </p:nvSpPr>
        <p:spPr>
          <a:xfrm>
            <a:off x="658368" y="2048256"/>
            <a:ext cx="10881360" cy="1508760"/>
          </a:xfrm>
          <a:prstGeom prst="roundRect">
            <a:avLst>
              <a:gd name="adj" fmla="val 9091"/>
            </a:avLst>
          </a:prstGeom>
          <a:solidFill>
            <a:srgbClr val="292929"/>
          </a:solidFill>
          <a:ln w="12700">
            <a:solidFill>
              <a:srgbClr val="292929">
                <a:alpha val="0"/>
              </a:srgbClr>
            </a:solidFill>
            <a:prstDash val="solid"/>
          </a:ln>
        </p:spPr>
      </p:sp>
      <p:sp>
        <p:nvSpPr>
          <p:cNvPr id="8" name="Text 5"/>
          <p:cNvSpPr/>
          <p:nvPr/>
        </p:nvSpPr>
        <p:spPr>
          <a:xfrm>
            <a:off x="960120" y="2523744"/>
            <a:ext cx="10268712" cy="521208"/>
          </a:xfrm>
          <a:prstGeom prst="rect">
            <a:avLst/>
          </a:prstGeom>
          <a:noFill/>
          <a:ln/>
        </p:spPr>
        <p:txBody>
          <a:bodyPr wrap="square" lIns="0" tIns="0" rIns="0" bIns="0" rtlCol="0" anchor="ctr"/>
          <a:lstStyle/>
          <a:p>
            <a:pPr indent="0" marL="0">
              <a:buNone/>
            </a:pPr>
            <a:r>
              <a:rPr lang="en-US" sz="2600" dirty="0">
                <a:solidFill>
                  <a:srgbClr val="FD8EA1"/>
                </a:solidFill>
                <a:latin typeface="Consolas" pitchFamily="34" charset="0"/>
                <a:ea typeface="Consolas" pitchFamily="34" charset="-122"/>
                <a:cs typeface="Consolas" pitchFamily="34" charset="-120"/>
              </a:rPr>
              <a:t>node .\native\Run-Sdk.mjs --live --pause --walkthrough</a:t>
            </a:r>
            <a:endParaRPr lang="en-US" sz="2600" dirty="0"/>
          </a:p>
        </p:txBody>
      </p:sp>
      <p:sp>
        <p:nvSpPr>
          <p:cNvPr id="9" name="Text 6"/>
          <p:cNvSpPr/>
          <p:nvPr/>
        </p:nvSpPr>
        <p:spPr>
          <a:xfrm>
            <a:off x="813816" y="4069080"/>
            <a:ext cx="4910328" cy="457200"/>
          </a:xfrm>
          <a:prstGeom prst="rect">
            <a:avLst/>
          </a:prstGeom>
          <a:noFill/>
          <a:ln/>
        </p:spPr>
        <p:txBody>
          <a:bodyPr wrap="square" lIns="0" tIns="0" rIns="0" bIns="0" rtlCol="0" anchor="ctr"/>
          <a:lstStyle/>
          <a:p>
            <a:pPr indent="0" marL="0">
              <a:buNone/>
            </a:pPr>
            <a:r>
              <a:rPr lang="en-US" sz="2400" dirty="0">
                <a:solidFill>
                  <a:srgbClr val="B0B0B0"/>
                </a:solidFill>
                <a:latin typeface="Aptos" pitchFamily="34" charset="0"/>
                <a:ea typeface="Aptos" pitchFamily="34" charset="-122"/>
                <a:cs typeface="Aptos" pitchFamily="34" charset="-120"/>
              </a:rPr>
              <a:t>Analysis</a:t>
            </a:r>
            <a:endParaRPr lang="en-US" sz="2400" dirty="0"/>
          </a:p>
        </p:txBody>
      </p:sp>
      <p:sp>
        <p:nvSpPr>
          <p:cNvPr id="10" name="Text 7"/>
          <p:cNvSpPr/>
          <p:nvPr/>
        </p:nvSpPr>
        <p:spPr>
          <a:xfrm>
            <a:off x="813816" y="4663440"/>
            <a:ext cx="5120640" cy="594360"/>
          </a:xfrm>
          <a:prstGeom prst="rect">
            <a:avLst/>
          </a:prstGeom>
          <a:noFill/>
          <a:ln/>
        </p:spPr>
        <p:txBody>
          <a:bodyPr wrap="square" lIns="0" tIns="0" rIns="0" bIns="0" rtlCol="0" anchor="ctr"/>
          <a:lstStyle/>
          <a:p>
            <a:pPr indent="0" marL="0">
              <a:buNone/>
            </a:pPr>
            <a:r>
              <a:rPr lang="en-US" sz="3200" b="1" dirty="0">
                <a:solidFill>
                  <a:srgbClr val="DEDEDE"/>
                </a:solidFill>
                <a:latin typeface="Aptos" pitchFamily="34" charset="0"/>
                <a:ea typeface="Aptos" pitchFamily="34" charset="-122"/>
                <a:cs typeface="Aptos" pitchFamily="34" charset="-120"/>
              </a:rPr>
              <a:t>GPT-6.1 Sol / max</a:t>
            </a:r>
            <a:endParaRPr lang="en-US" sz="3200" dirty="0"/>
          </a:p>
        </p:txBody>
      </p:sp>
      <p:sp>
        <p:nvSpPr>
          <p:cNvPr id="11" name="Text 8"/>
          <p:cNvSpPr/>
          <p:nvPr/>
        </p:nvSpPr>
        <p:spPr>
          <a:xfrm>
            <a:off x="6409944" y="4069080"/>
            <a:ext cx="4910328" cy="457200"/>
          </a:xfrm>
          <a:prstGeom prst="rect">
            <a:avLst/>
          </a:prstGeom>
          <a:noFill/>
          <a:ln/>
        </p:spPr>
        <p:txBody>
          <a:bodyPr wrap="square" lIns="0" tIns="0" rIns="0" bIns="0" rtlCol="0" anchor="ctr"/>
          <a:lstStyle/>
          <a:p>
            <a:pPr indent="0" marL="0">
              <a:buNone/>
            </a:pPr>
            <a:r>
              <a:rPr lang="en-US" sz="2400" dirty="0">
                <a:solidFill>
                  <a:srgbClr val="B0B0B0"/>
                </a:solidFill>
                <a:latin typeface="Aptos" pitchFamily="34" charset="0"/>
                <a:ea typeface="Aptos" pitchFamily="34" charset="-122"/>
                <a:cs typeface="Aptos" pitchFamily="34" charset="-120"/>
              </a:rPr>
              <a:t>Independent challenge</a:t>
            </a:r>
            <a:endParaRPr lang="en-US" sz="2400" dirty="0"/>
          </a:p>
        </p:txBody>
      </p:sp>
      <p:sp>
        <p:nvSpPr>
          <p:cNvPr id="12" name="Text 9"/>
          <p:cNvSpPr/>
          <p:nvPr/>
        </p:nvSpPr>
        <p:spPr>
          <a:xfrm>
            <a:off x="6409944" y="4663440"/>
            <a:ext cx="5120640" cy="594360"/>
          </a:xfrm>
          <a:prstGeom prst="rect">
            <a:avLst/>
          </a:prstGeom>
          <a:noFill/>
          <a:ln/>
        </p:spPr>
        <p:txBody>
          <a:bodyPr wrap="square" lIns="0" tIns="0" rIns="0" bIns="0" rtlCol="0" anchor="ctr"/>
          <a:lstStyle/>
          <a:p>
            <a:pPr indent="0" marL="0">
              <a:buNone/>
            </a:pPr>
            <a:r>
              <a:rPr lang="en-US" sz="3200" b="1" dirty="0">
                <a:solidFill>
                  <a:srgbClr val="DEDEDE"/>
                </a:solidFill>
                <a:latin typeface="Aptos" pitchFamily="34" charset="0"/>
                <a:ea typeface="Aptos" pitchFamily="34" charset="-122"/>
                <a:cs typeface="Aptos" pitchFamily="34" charset="-120"/>
              </a:rPr>
              <a:t>Sonnet 5.5 / high</a:t>
            </a:r>
            <a:endParaRPr lang="en-US" sz="3200" dirty="0"/>
          </a:p>
        </p:txBody>
      </p:sp>
      <p:sp>
        <p:nvSpPr>
          <p:cNvPr id="13" name="Text 10"/>
          <p:cNvSpPr/>
          <p:nvPr/>
        </p:nvSpPr>
        <p:spPr>
          <a:xfrm>
            <a:off x="841248" y="5650992"/>
            <a:ext cx="10515600" cy="502920"/>
          </a:xfrm>
          <a:prstGeom prst="rect">
            <a:avLst/>
          </a:prstGeom>
          <a:noFill/>
          <a:ln/>
        </p:spPr>
        <p:txBody>
          <a:bodyPr wrap="square" lIns="0" tIns="0" rIns="0" bIns="0" rtlCol="0" anchor="ctr"/>
          <a:lstStyle/>
          <a:p>
            <a:pPr indent="0" marL="0">
              <a:buNone/>
            </a:pPr>
            <a:r>
              <a:rPr lang="en-US" sz="2500" b="1" dirty="0">
                <a:solidFill>
                  <a:srgbClr val="B0B0B0"/>
                </a:solidFill>
                <a:latin typeface="Aptos" pitchFamily="34" charset="0"/>
                <a:ea typeface="Aptos" pitchFamily="34" charset="-122"/>
                <a:cs typeface="Aptos" pitchFamily="34" charset="-120"/>
              </a:rPr>
              <a:t>5 teaching stops: NEXT. Final draft review: APPROVE.</a:t>
            </a:r>
            <a:endParaRPr lang="en-US" sz="2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3D3B3A"/>
        </a:solidFill>
      </p:bgPr>
    </p:bg>
    <p:spTree>
      <p:nvGrpSpPr>
        <p:cNvPr id="1" name=""/>
        <p:cNvGrpSpPr/>
        <p:nvPr/>
      </p:nvGrpSpPr>
      <p:grpSpPr>
        <a:xfrm>
          <a:off x="0" y="0"/>
          <a:ext cx="0" cy="0"/>
          <a:chOff x="0" y="0"/>
          <a:chExt cx="0" cy="0"/>
        </a:xfrm>
      </p:grpSpPr>
      <p:sp>
        <p:nvSpPr>
          <p:cNvPr id="2" name="Text 0"/>
          <p:cNvSpPr/>
          <p:nvPr/>
        </p:nvSpPr>
        <p:spPr>
          <a:xfrm>
            <a:off x="566928" y="429768"/>
            <a:ext cx="11009376" cy="1261872"/>
          </a:xfrm>
          <a:prstGeom prst="rect">
            <a:avLst/>
          </a:prstGeom>
          <a:noFill/>
          <a:ln/>
        </p:spPr>
        <p:txBody>
          <a:bodyPr wrap="square" lIns="0" tIns="0" rIns="0" bIns="0" rtlCol="0" anchor="t"/>
          <a:lstStyle/>
          <a:p>
            <a:pPr indent="0" marL="0">
              <a:buNone/>
            </a:pPr>
            <a:r>
              <a:rPr lang="en-US" sz="4200" b="1" dirty="0">
                <a:solidFill>
                  <a:srgbClr val="DEDEDE"/>
                </a:solidFill>
                <a:latin typeface="Aptos Display" pitchFamily="34" charset="0"/>
                <a:ea typeface="Aptos Display" pitchFamily="34" charset="-122"/>
                <a:cs typeface="Aptos Display" pitchFamily="34" charset="-120"/>
              </a:rPr>
              <a:t>The surprise is new evidence,</a:t>
            </a:r>
            <a:endParaRPr lang="en-US" sz="4200" dirty="0"/>
          </a:p>
          <a:p>
            <a:pPr indent="0" marL="0">
              <a:buNone/>
            </a:pPr>
            <a:r>
              <a:rPr lang="en-US" sz="4200" b="1" dirty="0">
                <a:solidFill>
                  <a:srgbClr val="DEDEDE"/>
                </a:solidFill>
                <a:latin typeface="Aptos Display" pitchFamily="34" charset="0"/>
                <a:ea typeface="Aptos Display" pitchFamily="34" charset="-122"/>
                <a:cs typeface="Aptos Display" pitchFamily="34" charset="-120"/>
              </a:rPr>
              <a:t>not a new prompt.</a:t>
            </a:r>
            <a:endParaRPr lang="en-US" sz="4200" dirty="0"/>
          </a:p>
        </p:txBody>
      </p:sp>
      <p:sp>
        <p:nvSpPr>
          <p:cNvPr id="3" name="Text 1"/>
          <p:cNvSpPr/>
          <p:nvPr/>
        </p:nvSpPr>
        <p:spPr>
          <a:xfrm>
            <a:off x="566928" y="6446520"/>
            <a:ext cx="4663440" cy="201168"/>
          </a:xfrm>
          <a:prstGeom prst="rect">
            <a:avLst/>
          </a:prstGeom>
          <a:noFill/>
          <a:ln/>
        </p:spPr>
        <p:txBody>
          <a:bodyPr wrap="square" lIns="0" tIns="0" rIns="0" bIns="0" rtlCol="0" anchor="ctr"/>
          <a:lstStyle/>
          <a:p>
            <a:pPr indent="0" marL="0">
              <a:buNone/>
            </a:pPr>
            <a:r>
              <a:rPr lang="en-US" sz="1100" spc="80" kern="0" dirty="0">
                <a:solidFill>
                  <a:srgbClr val="B0B0B0"/>
                </a:solidFill>
                <a:latin typeface="Aptos" pitchFamily="34" charset="0"/>
                <a:ea typeface="Aptos" pitchFamily="34" charset="-122"/>
                <a:cs typeface="Aptos" pitchFamily="34" charset="-120"/>
              </a:rPr>
              <a:t>LAUNCH RESCUE / GITHUB COPILOT</a:t>
            </a:r>
            <a:endParaRPr lang="en-US" sz="1100" dirty="0"/>
          </a:p>
        </p:txBody>
      </p:sp>
      <p:sp>
        <p:nvSpPr>
          <p:cNvPr id="4" name="Text 2">
            <a:hlinkClick r:id="rId1" tooltip=""/>
          </p:cNvPr>
          <p:cNvSpPr/>
          <p:nvPr/>
        </p:nvSpPr>
        <p:spPr>
          <a:xfrm>
            <a:off x="6437376" y="6446520"/>
            <a:ext cx="4599432" cy="201168"/>
          </a:xfrm>
          <a:prstGeom prst="rect">
            <a:avLst/>
          </a:prstGeom>
          <a:noFill/>
          <a:ln/>
        </p:spPr>
        <p:txBody>
          <a:bodyPr wrap="square" lIns="0" tIns="0" rIns="0" bIns="0" rtlCol="0" anchor="ctr"/>
          <a:lstStyle/>
          <a:p>
            <a:pPr algn="r" indent="0" marL="0">
              <a:buNone/>
            </a:pPr>
            <a:r>
              <a:rPr lang="en-US" sz="1100" u="sng" dirty="0">
                <a:solidFill>
                  <a:srgbClr val="B0B0B0"/>
                </a:solid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S1 · S3  |  10 OCT 2026</a:t>
            </a:r>
            <a:endParaRPr lang="en-US" sz="1100" dirty="0"/>
          </a:p>
        </p:txBody>
      </p:sp>
      <p:sp>
        <p:nvSpPr>
          <p:cNvPr id="5" name="Text 3"/>
          <p:cNvSpPr/>
          <p:nvPr/>
        </p:nvSpPr>
        <p:spPr>
          <a:xfrm>
            <a:off x="11137392" y="6419088"/>
            <a:ext cx="457200" cy="256032"/>
          </a:xfrm>
          <a:prstGeom prst="rect">
            <a:avLst/>
          </a:prstGeom>
          <a:noFill/>
          <a:ln/>
        </p:spPr>
        <p:txBody>
          <a:bodyPr wrap="square" lIns="0" tIns="0" rIns="0" bIns="0" rtlCol="0" anchor="ctr"/>
          <a:lstStyle/>
          <a:p>
            <a:pPr algn="r" indent="0" marL="0">
              <a:buNone/>
            </a:pPr>
            <a:r>
              <a:rPr lang="en-US" sz="1300" dirty="0">
                <a:solidFill>
                  <a:srgbClr val="B0B0B0"/>
                </a:solidFill>
                <a:latin typeface="Aptos" pitchFamily="34" charset="0"/>
                <a:ea typeface="Aptos" pitchFamily="34" charset="-122"/>
                <a:cs typeface="Aptos" pitchFamily="34" charset="-120"/>
              </a:rPr>
              <a:t>12</a:t>
            </a:r>
            <a:endParaRPr lang="en-US" sz="1300" dirty="0"/>
          </a:p>
        </p:txBody>
      </p:sp>
      <p:sp>
        <p:nvSpPr>
          <p:cNvPr id="7" name="Text 4"/>
          <p:cNvSpPr/>
          <p:nvPr/>
        </p:nvSpPr>
        <p:spPr>
          <a:xfrm>
            <a:off x="731520" y="2157984"/>
            <a:ext cx="4160520" cy="1389888"/>
          </a:xfrm>
          <a:prstGeom prst="rect">
            <a:avLst/>
          </a:prstGeom>
          <a:noFill/>
          <a:ln/>
        </p:spPr>
        <p:txBody>
          <a:bodyPr wrap="square" lIns="0" tIns="0" rIns="0" bIns="0" rtlCol="0" anchor="ctr"/>
          <a:lstStyle/>
          <a:p>
            <a:pPr indent="0" marL="0">
              <a:buNone/>
            </a:pPr>
            <a:r>
              <a:rPr lang="en-US" sz="8600" b="1" dirty="0">
                <a:solidFill>
                  <a:srgbClr val="DEDEDE"/>
                </a:solidFill>
                <a:latin typeface="Aptos Display" pitchFamily="34" charset="0"/>
                <a:ea typeface="Aptos Display" pitchFamily="34" charset="-122"/>
                <a:cs typeface="Aptos Display" pitchFamily="34" charset="-120"/>
              </a:rPr>
              <a:t>1,800</a:t>
            </a:r>
            <a:endParaRPr lang="en-US" sz="8600" dirty="0"/>
          </a:p>
        </p:txBody>
      </p:sp>
      <p:sp>
        <p:nvSpPr>
          <p:cNvPr id="8" name="Text 5"/>
          <p:cNvSpPr/>
          <p:nvPr/>
        </p:nvSpPr>
        <p:spPr>
          <a:xfrm>
            <a:off x="5440680" y="2240280"/>
            <a:ext cx="1234440" cy="1188720"/>
          </a:xfrm>
          <a:prstGeom prst="rect">
            <a:avLst/>
          </a:prstGeom>
          <a:noFill/>
          <a:ln/>
        </p:spPr>
        <p:txBody>
          <a:bodyPr wrap="square" lIns="0" tIns="0" rIns="0" bIns="0" rtlCol="0" anchor="ctr"/>
          <a:lstStyle/>
          <a:p>
            <a:pPr algn="ctr" indent="0" marL="0">
              <a:buNone/>
            </a:pPr>
            <a:r>
              <a:rPr lang="en-US" sz="7200" dirty="0">
                <a:solidFill>
                  <a:srgbClr val="FD8EA1"/>
                </a:solidFill>
                <a:latin typeface="Aptos" pitchFamily="34" charset="0"/>
                <a:ea typeface="Aptos" pitchFamily="34" charset="-122"/>
                <a:cs typeface="Aptos" pitchFamily="34" charset="-120"/>
              </a:rPr>
              <a:t>→</a:t>
            </a:r>
            <a:endParaRPr lang="en-US" sz="7200" dirty="0"/>
          </a:p>
        </p:txBody>
      </p:sp>
      <p:sp>
        <p:nvSpPr>
          <p:cNvPr id="9" name="Text 6"/>
          <p:cNvSpPr/>
          <p:nvPr/>
        </p:nvSpPr>
        <p:spPr>
          <a:xfrm>
            <a:off x="7379208" y="2157984"/>
            <a:ext cx="4069080" cy="1389888"/>
          </a:xfrm>
          <a:prstGeom prst="rect">
            <a:avLst/>
          </a:prstGeom>
          <a:noFill/>
          <a:ln/>
        </p:spPr>
        <p:txBody>
          <a:bodyPr wrap="square" lIns="0" tIns="0" rIns="0" bIns="0" rtlCol="0" anchor="ctr"/>
          <a:lstStyle/>
          <a:p>
            <a:pPr indent="0" marL="0">
              <a:buNone/>
            </a:pPr>
            <a:r>
              <a:rPr lang="en-US" sz="8600" b="1" dirty="0">
                <a:solidFill>
                  <a:srgbClr val="FD8EA1"/>
                </a:solidFill>
                <a:latin typeface="Aptos Display" pitchFamily="34" charset="0"/>
                <a:ea typeface="Aptos Display" pitchFamily="34" charset="-122"/>
                <a:cs typeface="Aptos Display" pitchFamily="34" charset="-120"/>
              </a:rPr>
              <a:t>1,600</a:t>
            </a:r>
            <a:endParaRPr lang="en-US" sz="8600" dirty="0"/>
          </a:p>
        </p:txBody>
      </p:sp>
      <p:sp>
        <p:nvSpPr>
          <p:cNvPr id="10" name="Text 7"/>
          <p:cNvSpPr/>
          <p:nvPr/>
        </p:nvSpPr>
        <p:spPr>
          <a:xfrm>
            <a:off x="832104" y="3675888"/>
            <a:ext cx="4069080" cy="502920"/>
          </a:xfrm>
          <a:prstGeom prst="rect">
            <a:avLst/>
          </a:prstGeom>
          <a:noFill/>
          <a:ln/>
        </p:spPr>
        <p:txBody>
          <a:bodyPr wrap="square" lIns="0" tIns="0" rIns="0" bIns="0" rtlCol="0" anchor="ctr"/>
          <a:lstStyle/>
          <a:p>
            <a:pPr indent="0" marL="0">
              <a:buNone/>
            </a:pPr>
            <a:r>
              <a:rPr lang="en-US" sz="2500" dirty="0">
                <a:solidFill>
                  <a:srgbClr val="B0B0B0"/>
                </a:solidFill>
                <a:latin typeface="Aptos" pitchFamily="34" charset="0"/>
                <a:ea typeface="Aptos" pitchFamily="34" charset="-122"/>
                <a:cs typeface="Aptos" pitchFamily="34" charset="-120"/>
              </a:rPr>
              <a:t>planned main hall seats</a:t>
            </a:r>
            <a:endParaRPr lang="en-US" sz="2500" dirty="0"/>
          </a:p>
        </p:txBody>
      </p:sp>
      <p:sp>
        <p:nvSpPr>
          <p:cNvPr id="11" name="Text 8"/>
          <p:cNvSpPr/>
          <p:nvPr/>
        </p:nvSpPr>
        <p:spPr>
          <a:xfrm>
            <a:off x="7470648" y="3675888"/>
            <a:ext cx="3977640" cy="502920"/>
          </a:xfrm>
          <a:prstGeom prst="rect">
            <a:avLst/>
          </a:prstGeom>
          <a:noFill/>
          <a:ln/>
        </p:spPr>
        <p:txBody>
          <a:bodyPr wrap="square" lIns="0" tIns="0" rIns="0" bIns="0" rtlCol="0" anchor="ctr"/>
          <a:lstStyle/>
          <a:p>
            <a:pPr indent="0" marL="0">
              <a:buNone/>
            </a:pPr>
            <a:r>
              <a:rPr lang="en-US" sz="2500" dirty="0">
                <a:solidFill>
                  <a:srgbClr val="B0B0B0"/>
                </a:solidFill>
                <a:latin typeface="Aptos" pitchFamily="34" charset="0"/>
                <a:ea typeface="Aptos" pitchFamily="34" charset="-122"/>
                <a:cs typeface="Aptos" pitchFamily="34" charset="-120"/>
              </a:rPr>
              <a:t>current main hall seats</a:t>
            </a:r>
            <a:endParaRPr lang="en-US" sz="2500" dirty="0"/>
          </a:p>
        </p:txBody>
      </p:sp>
      <p:sp>
        <p:nvSpPr>
          <p:cNvPr id="12" name="Shape 9"/>
          <p:cNvSpPr/>
          <p:nvPr/>
        </p:nvSpPr>
        <p:spPr>
          <a:xfrm>
            <a:off x="859536" y="4791456"/>
            <a:ext cx="3328416" cy="384048"/>
          </a:xfrm>
          <a:prstGeom prst="roundRect">
            <a:avLst/>
          </a:prstGeom>
          <a:solidFill>
            <a:srgbClr val="FD8EA1"/>
          </a:solidFill>
          <a:ln w="12700">
            <a:solidFill>
              <a:srgbClr val="FD8EA1">
                <a:alpha val="0"/>
              </a:srgbClr>
            </a:solidFill>
            <a:prstDash val="solid"/>
          </a:ln>
        </p:spPr>
      </p:sp>
      <p:sp>
        <p:nvSpPr>
          <p:cNvPr id="13" name="Text 10"/>
          <p:cNvSpPr/>
          <p:nvPr/>
        </p:nvSpPr>
        <p:spPr>
          <a:xfrm>
            <a:off x="978408" y="4837176"/>
            <a:ext cx="3090672" cy="274320"/>
          </a:xfrm>
          <a:prstGeom prst="rect">
            <a:avLst/>
          </a:prstGeom>
          <a:noFill/>
          <a:ln/>
        </p:spPr>
        <p:txBody>
          <a:bodyPr wrap="square" lIns="0" tIns="0" rIns="0" bIns="0" rtlCol="0" anchor="ctr"/>
          <a:lstStyle/>
          <a:p>
            <a:pPr algn="ctr" indent="0" marL="0">
              <a:buNone/>
            </a:pPr>
            <a:r>
              <a:rPr lang="en-US" sz="1800" b="1" dirty="0">
                <a:solidFill>
                  <a:srgbClr val="3D3B3A"/>
                </a:solidFill>
                <a:latin typeface="Aptos" pitchFamily="34" charset="0"/>
                <a:ea typeface="Aptos" pitchFamily="34" charset="-122"/>
                <a:cs typeface="Aptos" pitchFamily="34" charset="-120"/>
              </a:rPr>
              <a:t>C-CAPACITY: FAIL</a:t>
            </a:r>
            <a:endParaRPr lang="en-US" sz="1800" dirty="0"/>
          </a:p>
        </p:txBody>
      </p:sp>
      <p:sp>
        <p:nvSpPr>
          <p:cNvPr id="14" name="Text 11"/>
          <p:cNvSpPr/>
          <p:nvPr/>
        </p:nvSpPr>
        <p:spPr>
          <a:xfrm>
            <a:off x="4599432" y="4608576"/>
            <a:ext cx="6775704" cy="1115568"/>
          </a:xfrm>
          <a:prstGeom prst="rect">
            <a:avLst/>
          </a:prstGeom>
          <a:noFill/>
          <a:ln/>
        </p:spPr>
        <p:txBody>
          <a:bodyPr wrap="square" lIns="0" tIns="0" rIns="0" bIns="0" rtlCol="0" anchor="ctr"/>
          <a:lstStyle/>
          <a:p>
            <a:pPr indent="0" marL="0">
              <a:buNone/>
            </a:pPr>
            <a:r>
              <a:rPr lang="en-US" sz="2800" b="1" dirty="0">
                <a:solidFill>
                  <a:srgbClr val="DEDEDE"/>
                </a:solidFill>
                <a:latin typeface="Aptos" pitchFamily="34" charset="0"/>
                <a:ea typeface="Aptos" pitchFamily="34" charset="-122"/>
                <a:cs typeface="Aptos" pitchFamily="34" charset="-120"/>
              </a:rPr>
              <a:t>200 seats over capacity.</a:t>
            </a:r>
            <a:endParaRPr lang="en-US" sz="2800" dirty="0"/>
          </a:p>
          <a:p>
            <a:pPr indent="0" marL="0">
              <a:buNone/>
            </a:pPr>
            <a:r>
              <a:rPr lang="en-US" sz="2800" b="1" dirty="0">
                <a:solidFill>
                  <a:srgbClr val="DEDEDE"/>
                </a:solidFill>
                <a:latin typeface="Aptos" pitchFamily="34" charset="0"/>
                <a:ea typeface="Aptos" pitchFamily="34" charset="-122"/>
                <a:cs typeface="Aptos" pitchFamily="34" charset="-120"/>
              </a:rPr>
              <a:t>The candidate must adapt.</a:t>
            </a:r>
            <a:endParaRPr lang="en-US" sz="2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4EF"/>
        </a:solidFill>
      </p:bgPr>
    </p:bg>
    <p:spTree>
      <p:nvGrpSpPr>
        <p:cNvPr id="1" name=""/>
        <p:cNvGrpSpPr/>
        <p:nvPr/>
      </p:nvGrpSpPr>
      <p:grpSpPr>
        <a:xfrm>
          <a:off x="0" y="0"/>
          <a:ext cx="0" cy="0"/>
          <a:chOff x="0" y="0"/>
          <a:chExt cx="0" cy="0"/>
        </a:xfrm>
      </p:grpSpPr>
      <p:sp>
        <p:nvSpPr>
          <p:cNvPr id="2" name="Text 0"/>
          <p:cNvSpPr/>
          <p:nvPr/>
        </p:nvSpPr>
        <p:spPr>
          <a:xfrm>
            <a:off x="566928" y="429768"/>
            <a:ext cx="11009376" cy="768096"/>
          </a:xfrm>
          <a:prstGeom prst="rect">
            <a:avLst/>
          </a:prstGeom>
          <a:noFill/>
          <a:ln/>
        </p:spPr>
        <p:txBody>
          <a:bodyPr wrap="square" lIns="0" tIns="0" rIns="0" bIns="0" rtlCol="0" anchor="t"/>
          <a:lstStyle/>
          <a:p>
            <a:pPr indent="0" marL="0">
              <a:buNone/>
            </a:pPr>
            <a:r>
              <a:rPr lang="en-US" sz="4400" b="1" dirty="0">
                <a:solidFill>
                  <a:srgbClr val="242424"/>
                </a:solidFill>
                <a:latin typeface="Aptos Display" pitchFamily="34" charset="0"/>
                <a:ea typeface="Aptos Display" pitchFamily="34" charset="-122"/>
                <a:cs typeface="Aptos Display" pitchFamily="34" charset="-120"/>
              </a:rPr>
              <a:t>A failed check changes the graph.</a:t>
            </a:r>
            <a:endParaRPr lang="en-US" sz="4400" dirty="0"/>
          </a:p>
        </p:txBody>
      </p:sp>
      <p:sp>
        <p:nvSpPr>
          <p:cNvPr id="3" name="Text 1"/>
          <p:cNvSpPr/>
          <p:nvPr/>
        </p:nvSpPr>
        <p:spPr>
          <a:xfrm>
            <a:off x="566928" y="6446520"/>
            <a:ext cx="4663440" cy="201168"/>
          </a:xfrm>
          <a:prstGeom prst="rect">
            <a:avLst/>
          </a:prstGeom>
          <a:noFill/>
          <a:ln/>
        </p:spPr>
        <p:txBody>
          <a:bodyPr wrap="square" lIns="0" tIns="0" rIns="0" bIns="0" rtlCol="0" anchor="ctr"/>
          <a:lstStyle/>
          <a:p>
            <a:pPr indent="0" marL="0">
              <a:buNone/>
            </a:pPr>
            <a:r>
              <a:rPr lang="en-US" sz="1100" spc="80" kern="0" dirty="0">
                <a:solidFill>
                  <a:srgbClr val="5C5C5C"/>
                </a:solidFill>
                <a:latin typeface="Aptos" pitchFamily="34" charset="0"/>
                <a:ea typeface="Aptos" pitchFamily="34" charset="-122"/>
                <a:cs typeface="Aptos" pitchFamily="34" charset="-120"/>
              </a:rPr>
              <a:t>LAUNCH RESCUE / GITHUB COPILOT</a:t>
            </a:r>
            <a:endParaRPr lang="en-US" sz="1100" dirty="0"/>
          </a:p>
        </p:txBody>
      </p:sp>
      <p:sp>
        <p:nvSpPr>
          <p:cNvPr id="4" name="Text 2">
            <a:hlinkClick r:id="rId1" tooltip=""/>
          </p:cNvPr>
          <p:cNvSpPr/>
          <p:nvPr/>
        </p:nvSpPr>
        <p:spPr>
          <a:xfrm>
            <a:off x="6437376" y="6446520"/>
            <a:ext cx="4599432" cy="201168"/>
          </a:xfrm>
          <a:prstGeom prst="rect">
            <a:avLst/>
          </a:prstGeom>
          <a:noFill/>
          <a:ln/>
        </p:spPr>
        <p:txBody>
          <a:bodyPr wrap="square" lIns="0" tIns="0" rIns="0" bIns="0" rtlCol="0" anchor="ctr"/>
          <a:lstStyle/>
          <a:p>
            <a:pPr algn="r" indent="0" marL="0">
              <a:buNone/>
            </a:pPr>
            <a:r>
              <a:rPr lang="en-US" sz="1100" u="sng" dirty="0">
                <a:solidFill>
                  <a:srgbClr val="5C5C5C"/>
                </a:solid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S1 · S3  |  10 OCT 2026</a:t>
            </a:r>
            <a:endParaRPr lang="en-US" sz="1100" dirty="0"/>
          </a:p>
        </p:txBody>
      </p:sp>
      <p:sp>
        <p:nvSpPr>
          <p:cNvPr id="5" name="Text 3"/>
          <p:cNvSpPr/>
          <p:nvPr/>
        </p:nvSpPr>
        <p:spPr>
          <a:xfrm>
            <a:off x="11137392" y="6419088"/>
            <a:ext cx="457200" cy="256032"/>
          </a:xfrm>
          <a:prstGeom prst="rect">
            <a:avLst/>
          </a:prstGeom>
          <a:noFill/>
          <a:ln/>
        </p:spPr>
        <p:txBody>
          <a:bodyPr wrap="square" lIns="0" tIns="0" rIns="0" bIns="0" rtlCol="0" anchor="ctr"/>
          <a:lstStyle/>
          <a:p>
            <a:pPr algn="r" indent="0" marL="0">
              <a:buNone/>
            </a:pPr>
            <a:r>
              <a:rPr lang="en-US" sz="1300" dirty="0">
                <a:solidFill>
                  <a:srgbClr val="5C5C5C"/>
                </a:solidFill>
                <a:latin typeface="Aptos" pitchFamily="34" charset="0"/>
                <a:ea typeface="Aptos" pitchFamily="34" charset="-122"/>
                <a:cs typeface="Aptos" pitchFamily="34" charset="-120"/>
              </a:rPr>
              <a:t>13</a:t>
            </a:r>
            <a:endParaRPr lang="en-US" sz="1300" dirty="0"/>
          </a:p>
        </p:txBody>
      </p:sp>
      <p:sp>
        <p:nvSpPr>
          <p:cNvPr id="7" name="Shape 4"/>
          <p:cNvSpPr/>
          <p:nvPr/>
        </p:nvSpPr>
        <p:spPr>
          <a:xfrm>
            <a:off x="777240" y="2048256"/>
            <a:ext cx="2286000" cy="914400"/>
          </a:xfrm>
          <a:prstGeom prst="roundRect">
            <a:avLst>
              <a:gd name="adj" fmla="val 10000"/>
            </a:avLst>
          </a:prstGeom>
          <a:solidFill>
            <a:srgbClr val="FFFFFF"/>
          </a:solidFill>
          <a:ln w="16510">
            <a:solidFill>
              <a:srgbClr val="DEDEDE"/>
            </a:solidFill>
            <a:prstDash val="solid"/>
          </a:ln>
        </p:spPr>
      </p:sp>
      <p:sp>
        <p:nvSpPr>
          <p:cNvPr id="8" name="Text 5"/>
          <p:cNvSpPr/>
          <p:nvPr/>
        </p:nvSpPr>
        <p:spPr>
          <a:xfrm>
            <a:off x="896112" y="2139696"/>
            <a:ext cx="2048256" cy="731520"/>
          </a:xfrm>
          <a:prstGeom prst="rect">
            <a:avLst/>
          </a:prstGeom>
          <a:noFill/>
          <a:ln/>
        </p:spPr>
        <p:txBody>
          <a:bodyPr wrap="square" lIns="0" tIns="0" rIns="0" bIns="0" rtlCol="0" anchor="ctr"/>
          <a:lstStyle/>
          <a:p>
            <a:pPr algn="ctr" indent="0" marL="0">
              <a:buNone/>
            </a:pPr>
            <a:r>
              <a:rPr lang="en-US" sz="2400" b="1" dirty="0">
                <a:solidFill>
                  <a:srgbClr val="242424"/>
                </a:solidFill>
                <a:latin typeface="Aptos" pitchFamily="34" charset="0"/>
                <a:ea typeface="Aptos" pitchFamily="34" charset="-122"/>
                <a:cs typeface="Aptos" pitchFamily="34" charset="-120"/>
              </a:rPr>
              <a:t>Retry repair</a:t>
            </a:r>
            <a:endParaRPr lang="en-US" sz="2400" dirty="0"/>
          </a:p>
        </p:txBody>
      </p:sp>
      <p:sp>
        <p:nvSpPr>
          <p:cNvPr id="9" name="Shape 6"/>
          <p:cNvSpPr/>
          <p:nvPr/>
        </p:nvSpPr>
        <p:spPr>
          <a:xfrm>
            <a:off x="4352544" y="2048256"/>
            <a:ext cx="2286000" cy="914400"/>
          </a:xfrm>
          <a:prstGeom prst="roundRect">
            <a:avLst>
              <a:gd name="adj" fmla="val 10000"/>
            </a:avLst>
          </a:prstGeom>
          <a:solidFill>
            <a:srgbClr val="B11F4B"/>
          </a:solidFill>
          <a:ln w="16510">
            <a:solidFill>
              <a:srgbClr val="B11F4B"/>
            </a:solidFill>
            <a:prstDash val="solid"/>
          </a:ln>
        </p:spPr>
      </p:sp>
      <p:sp>
        <p:nvSpPr>
          <p:cNvPr id="10" name="Text 7"/>
          <p:cNvSpPr/>
          <p:nvPr/>
        </p:nvSpPr>
        <p:spPr>
          <a:xfrm>
            <a:off x="4471416" y="2139696"/>
            <a:ext cx="2048256" cy="731520"/>
          </a:xfrm>
          <a:prstGeom prst="rect">
            <a:avLst/>
          </a:prstGeom>
          <a:noFill/>
          <a:ln/>
        </p:spPr>
        <p:txBody>
          <a:bodyPr wrap="square" lIns="0" tIns="0" rIns="0" bIns="0" rtlCol="0" anchor="ctr"/>
          <a:lstStyle/>
          <a:p>
            <a:pPr algn="ctr" indent="0" marL="0">
              <a:buNone/>
            </a:pPr>
            <a:r>
              <a:rPr lang="en-US" sz="2400" b="1" dirty="0">
                <a:solidFill>
                  <a:srgbClr val="F7F4EF"/>
                </a:solidFill>
                <a:latin typeface="Aptos" pitchFamily="34" charset="0"/>
                <a:ea typeface="Aptos" pitchFamily="34" charset="-122"/>
                <a:cs typeface="Aptos" pitchFamily="34" charset="-120"/>
              </a:rPr>
              <a:t>Check fails</a:t>
            </a:r>
            <a:endParaRPr lang="en-US" sz="2400" dirty="0"/>
          </a:p>
        </p:txBody>
      </p:sp>
      <p:sp>
        <p:nvSpPr>
          <p:cNvPr id="11" name="Shape 8"/>
          <p:cNvSpPr/>
          <p:nvPr/>
        </p:nvSpPr>
        <p:spPr>
          <a:xfrm>
            <a:off x="8522208" y="2048256"/>
            <a:ext cx="2788920" cy="914400"/>
          </a:xfrm>
          <a:prstGeom prst="roundRect">
            <a:avLst>
              <a:gd name="adj" fmla="val 10000"/>
            </a:avLst>
          </a:prstGeom>
          <a:solidFill>
            <a:srgbClr val="FFFFFF"/>
          </a:solidFill>
          <a:ln w="16510">
            <a:solidFill>
              <a:srgbClr val="DEDEDE"/>
            </a:solidFill>
            <a:prstDash val="solid"/>
          </a:ln>
        </p:spPr>
      </p:sp>
      <p:sp>
        <p:nvSpPr>
          <p:cNvPr id="12" name="Text 9"/>
          <p:cNvSpPr/>
          <p:nvPr/>
        </p:nvSpPr>
        <p:spPr>
          <a:xfrm>
            <a:off x="8641080" y="2139696"/>
            <a:ext cx="2551176" cy="731520"/>
          </a:xfrm>
          <a:prstGeom prst="rect">
            <a:avLst/>
          </a:prstGeom>
          <a:noFill/>
          <a:ln/>
        </p:spPr>
        <p:txBody>
          <a:bodyPr wrap="square" lIns="0" tIns="0" rIns="0" bIns="0" rtlCol="0" anchor="ctr"/>
          <a:lstStyle/>
          <a:p>
            <a:pPr algn="ctr" indent="0" marL="0">
              <a:buNone/>
            </a:pPr>
            <a:r>
              <a:rPr lang="en-US" sz="2400" b="1" dirty="0">
                <a:solidFill>
                  <a:srgbClr val="242424"/>
                </a:solidFill>
                <a:latin typeface="Aptos" pitchFamily="34" charset="0"/>
                <a:ea typeface="Aptos" pitchFamily="34" charset="-122"/>
                <a:cs typeface="Aptos" pitchFamily="34" charset="-120"/>
              </a:rPr>
              <a:t>New inventory</a:t>
            </a:r>
            <a:endParaRPr lang="en-US" sz="2400" dirty="0"/>
          </a:p>
        </p:txBody>
      </p:sp>
      <p:sp>
        <p:nvSpPr>
          <p:cNvPr id="13" name="Shape 10"/>
          <p:cNvSpPr/>
          <p:nvPr/>
        </p:nvSpPr>
        <p:spPr>
          <a:xfrm>
            <a:off x="3063240" y="2505456"/>
            <a:ext cx="1289304" cy="0"/>
          </a:xfrm>
          <a:prstGeom prst="line">
            <a:avLst/>
          </a:prstGeom>
          <a:noFill/>
          <a:ln w="25400">
            <a:solidFill>
              <a:srgbClr val="B11F4B"/>
            </a:solidFill>
            <a:prstDash val="solid"/>
            <a:tailEnd type="triangle"/>
          </a:ln>
        </p:spPr>
      </p:sp>
      <p:sp>
        <p:nvSpPr>
          <p:cNvPr id="14" name="Shape 11"/>
          <p:cNvSpPr/>
          <p:nvPr/>
        </p:nvSpPr>
        <p:spPr>
          <a:xfrm>
            <a:off x="6638544" y="2505456"/>
            <a:ext cx="1883664" cy="0"/>
          </a:xfrm>
          <a:prstGeom prst="line">
            <a:avLst/>
          </a:prstGeom>
          <a:noFill/>
          <a:ln w="25400">
            <a:solidFill>
              <a:srgbClr val="B11F4B"/>
            </a:solidFill>
            <a:prstDash val="solid"/>
            <a:tailEnd type="triangle"/>
          </a:ln>
        </p:spPr>
      </p:sp>
      <p:sp>
        <p:nvSpPr>
          <p:cNvPr id="15" name="Shape 12"/>
          <p:cNvSpPr/>
          <p:nvPr/>
        </p:nvSpPr>
        <p:spPr>
          <a:xfrm>
            <a:off x="777240" y="4105656"/>
            <a:ext cx="3401568" cy="932688"/>
          </a:xfrm>
          <a:prstGeom prst="roundRect">
            <a:avLst>
              <a:gd name="adj" fmla="val 9804"/>
            </a:avLst>
          </a:prstGeom>
          <a:solidFill>
            <a:srgbClr val="FFFFFF"/>
          </a:solidFill>
          <a:ln w="16510">
            <a:solidFill>
              <a:srgbClr val="DEDEDE"/>
            </a:solidFill>
            <a:prstDash val="solid"/>
          </a:ln>
        </p:spPr>
      </p:sp>
      <p:sp>
        <p:nvSpPr>
          <p:cNvPr id="16" name="Text 13"/>
          <p:cNvSpPr/>
          <p:nvPr/>
        </p:nvSpPr>
        <p:spPr>
          <a:xfrm>
            <a:off x="896112" y="4197096"/>
            <a:ext cx="3163824" cy="749808"/>
          </a:xfrm>
          <a:prstGeom prst="rect">
            <a:avLst/>
          </a:prstGeom>
          <a:noFill/>
          <a:ln/>
        </p:spPr>
        <p:txBody>
          <a:bodyPr wrap="square" lIns="0" tIns="0" rIns="0" bIns="0" rtlCol="0" anchor="ctr"/>
          <a:lstStyle/>
          <a:p>
            <a:pPr algn="ctr" indent="0" marL="0">
              <a:buNone/>
            </a:pPr>
            <a:r>
              <a:rPr lang="en-US" sz="2200" b="1" dirty="0">
                <a:solidFill>
                  <a:srgbClr val="242424"/>
                </a:solidFill>
                <a:latin typeface="Aptos" pitchFamily="34" charset="0"/>
                <a:ea typeface="Aptos" pitchFamily="34" charset="-122"/>
                <a:cs typeface="Aptos" pitchFamily="34" charset="-120"/>
              </a:rPr>
              <a:t>Verified retry repair</a:t>
            </a:r>
            <a:endParaRPr lang="en-US" sz="2200" dirty="0"/>
          </a:p>
        </p:txBody>
      </p:sp>
      <p:sp>
        <p:nvSpPr>
          <p:cNvPr id="17" name="Shape 14"/>
          <p:cNvSpPr/>
          <p:nvPr/>
        </p:nvSpPr>
        <p:spPr>
          <a:xfrm>
            <a:off x="1920240" y="2962656"/>
            <a:ext cx="0" cy="1143000"/>
          </a:xfrm>
          <a:prstGeom prst="line">
            <a:avLst/>
          </a:prstGeom>
          <a:noFill/>
          <a:ln w="22860">
            <a:solidFill>
              <a:srgbClr val="5C5C5C"/>
            </a:solidFill>
            <a:prstDash val="dash"/>
            <a:tailEnd type="triangle"/>
          </a:ln>
        </p:spPr>
      </p:sp>
      <p:sp>
        <p:nvSpPr>
          <p:cNvPr id="18" name="Shape 15"/>
          <p:cNvSpPr/>
          <p:nvPr/>
        </p:nvSpPr>
        <p:spPr>
          <a:xfrm>
            <a:off x="4636008" y="4105656"/>
            <a:ext cx="3493008" cy="932688"/>
          </a:xfrm>
          <a:prstGeom prst="roundRect">
            <a:avLst>
              <a:gd name="adj" fmla="val 9804"/>
            </a:avLst>
          </a:prstGeom>
          <a:solidFill>
            <a:srgbClr val="B11F4B"/>
          </a:solidFill>
          <a:ln w="16510">
            <a:solidFill>
              <a:srgbClr val="B11F4B"/>
            </a:solidFill>
            <a:prstDash val="solid"/>
          </a:ln>
        </p:spPr>
      </p:sp>
      <p:sp>
        <p:nvSpPr>
          <p:cNvPr id="19" name="Text 16"/>
          <p:cNvSpPr/>
          <p:nvPr/>
        </p:nvSpPr>
        <p:spPr>
          <a:xfrm>
            <a:off x="4754880" y="4197096"/>
            <a:ext cx="3255264" cy="749808"/>
          </a:xfrm>
          <a:prstGeom prst="rect">
            <a:avLst/>
          </a:prstGeom>
          <a:noFill/>
          <a:ln/>
        </p:spPr>
        <p:txBody>
          <a:bodyPr wrap="square" lIns="0" tIns="0" rIns="0" bIns="0" rtlCol="0" anchor="ctr"/>
          <a:lstStyle/>
          <a:p>
            <a:pPr algn="ctr" indent="0" marL="0">
              <a:buNone/>
            </a:pPr>
            <a:r>
              <a:rPr lang="en-US" sz="2400" b="1" dirty="0">
                <a:solidFill>
                  <a:srgbClr val="F7F4EF"/>
                </a:solidFill>
                <a:latin typeface="Aptos" pitchFamily="34" charset="0"/>
                <a:ea typeface="Aptos" pitchFamily="34" charset="-122"/>
                <a:cs typeface="Aptos" pitchFamily="34" charset="-120"/>
              </a:rPr>
              <a:t>Capacity specialist</a:t>
            </a:r>
            <a:endParaRPr lang="en-US" sz="2400" dirty="0"/>
          </a:p>
        </p:txBody>
      </p:sp>
      <p:sp>
        <p:nvSpPr>
          <p:cNvPr id="20" name="Shape 17"/>
          <p:cNvSpPr/>
          <p:nvPr/>
        </p:nvSpPr>
        <p:spPr>
          <a:xfrm>
            <a:off x="8741664" y="4105656"/>
            <a:ext cx="2569464" cy="932688"/>
          </a:xfrm>
          <a:prstGeom prst="roundRect">
            <a:avLst>
              <a:gd name="adj" fmla="val 9804"/>
            </a:avLst>
          </a:prstGeom>
          <a:solidFill>
            <a:srgbClr val="FFFFFF"/>
          </a:solidFill>
          <a:ln w="16510">
            <a:solidFill>
              <a:srgbClr val="DEDEDE"/>
            </a:solidFill>
            <a:prstDash val="solid"/>
          </a:ln>
        </p:spPr>
      </p:sp>
      <p:sp>
        <p:nvSpPr>
          <p:cNvPr id="21" name="Text 18"/>
          <p:cNvSpPr/>
          <p:nvPr/>
        </p:nvSpPr>
        <p:spPr>
          <a:xfrm>
            <a:off x="8860536" y="4197096"/>
            <a:ext cx="2331720" cy="749808"/>
          </a:xfrm>
          <a:prstGeom prst="rect">
            <a:avLst/>
          </a:prstGeom>
          <a:noFill/>
          <a:ln/>
        </p:spPr>
        <p:txBody>
          <a:bodyPr wrap="square" lIns="0" tIns="0" rIns="0" bIns="0" rtlCol="0" anchor="ctr"/>
          <a:lstStyle/>
          <a:p>
            <a:pPr algn="ctr" indent="0" marL="0">
              <a:buNone/>
            </a:pPr>
            <a:r>
              <a:rPr lang="en-US" sz="2500" b="1" dirty="0">
                <a:solidFill>
                  <a:srgbClr val="242424"/>
                </a:solidFill>
                <a:latin typeface="Aptos" pitchFamily="34" charset="0"/>
                <a:ea typeface="Aptos" pitchFamily="34" charset="-122"/>
                <a:cs typeface="Aptos" pitchFamily="34" charset="-120"/>
              </a:rPr>
              <a:t>Verify again</a:t>
            </a:r>
            <a:endParaRPr lang="en-US" sz="2500" dirty="0"/>
          </a:p>
        </p:txBody>
      </p:sp>
      <p:sp>
        <p:nvSpPr>
          <p:cNvPr id="22" name="Shape 19"/>
          <p:cNvSpPr/>
          <p:nvPr/>
        </p:nvSpPr>
        <p:spPr>
          <a:xfrm>
            <a:off x="9912096" y="2962656"/>
            <a:ext cx="0" cy="612648"/>
          </a:xfrm>
          <a:prstGeom prst="line">
            <a:avLst/>
          </a:prstGeom>
          <a:noFill/>
          <a:ln w="25400">
            <a:solidFill>
              <a:srgbClr val="B11F4B"/>
            </a:solidFill>
            <a:prstDash val="solid"/>
            <a:tailEnd type="none"/>
          </a:ln>
        </p:spPr>
      </p:sp>
      <p:sp>
        <p:nvSpPr>
          <p:cNvPr id="23" name="Shape 20"/>
          <p:cNvSpPr/>
          <p:nvPr/>
        </p:nvSpPr>
        <p:spPr>
          <a:xfrm flipH="1">
            <a:off x="6382512" y="3575304"/>
            <a:ext cx="3529584" cy="0"/>
          </a:xfrm>
          <a:prstGeom prst="line">
            <a:avLst/>
          </a:prstGeom>
          <a:noFill/>
          <a:ln w="25400">
            <a:solidFill>
              <a:srgbClr val="B11F4B"/>
            </a:solidFill>
            <a:prstDash val="solid"/>
            <a:tailEnd type="none"/>
          </a:ln>
        </p:spPr>
      </p:sp>
      <p:sp>
        <p:nvSpPr>
          <p:cNvPr id="24" name="Shape 21"/>
          <p:cNvSpPr/>
          <p:nvPr/>
        </p:nvSpPr>
        <p:spPr>
          <a:xfrm>
            <a:off x="6382512" y="3575304"/>
            <a:ext cx="0" cy="530352"/>
          </a:xfrm>
          <a:prstGeom prst="line">
            <a:avLst/>
          </a:prstGeom>
          <a:noFill/>
          <a:ln w="25400">
            <a:solidFill>
              <a:srgbClr val="B11F4B"/>
            </a:solidFill>
            <a:prstDash val="solid"/>
            <a:tailEnd type="triangle"/>
          </a:ln>
        </p:spPr>
      </p:sp>
      <p:sp>
        <p:nvSpPr>
          <p:cNvPr id="25" name="Shape 22"/>
          <p:cNvSpPr/>
          <p:nvPr/>
        </p:nvSpPr>
        <p:spPr>
          <a:xfrm>
            <a:off x="4178808" y="4572000"/>
            <a:ext cx="457200" cy="0"/>
          </a:xfrm>
          <a:prstGeom prst="line">
            <a:avLst/>
          </a:prstGeom>
          <a:noFill/>
          <a:ln w="22860">
            <a:solidFill>
              <a:srgbClr val="5C5C5C"/>
            </a:solidFill>
            <a:prstDash val="dash"/>
            <a:tailEnd type="triangle"/>
          </a:ln>
        </p:spPr>
      </p:sp>
      <p:sp>
        <p:nvSpPr>
          <p:cNvPr id="26" name="Shape 23"/>
          <p:cNvSpPr/>
          <p:nvPr/>
        </p:nvSpPr>
        <p:spPr>
          <a:xfrm>
            <a:off x="8129016" y="4572000"/>
            <a:ext cx="612648" cy="0"/>
          </a:xfrm>
          <a:prstGeom prst="line">
            <a:avLst/>
          </a:prstGeom>
          <a:noFill/>
          <a:ln w="25400">
            <a:solidFill>
              <a:srgbClr val="B11F4B"/>
            </a:solidFill>
            <a:prstDash val="solid"/>
            <a:tailEnd type="triangle"/>
          </a:ln>
        </p:spPr>
      </p:sp>
      <p:sp>
        <p:nvSpPr>
          <p:cNvPr id="27" name="Text 24"/>
          <p:cNvSpPr/>
          <p:nvPr/>
        </p:nvSpPr>
        <p:spPr>
          <a:xfrm>
            <a:off x="886968" y="5532120"/>
            <a:ext cx="10515600" cy="466344"/>
          </a:xfrm>
          <a:prstGeom prst="rect">
            <a:avLst/>
          </a:prstGeom>
          <a:noFill/>
          <a:ln/>
        </p:spPr>
        <p:txBody>
          <a:bodyPr wrap="square" lIns="0" tIns="0" rIns="0" bIns="0" rtlCol="0" anchor="ctr"/>
          <a:lstStyle/>
          <a:p>
            <a:pPr indent="0" marL="0">
              <a:buNone/>
            </a:pPr>
            <a:r>
              <a:rPr lang="en-US" sz="3100" b="1" dirty="0">
                <a:solidFill>
                  <a:srgbClr val="B11F4B"/>
                </a:solidFill>
                <a:latin typeface="Aptos" pitchFamily="34" charset="0"/>
                <a:ea typeface="Aptos" pitchFamily="34" charset="-122"/>
                <a:cs typeface="Aptos" pitchFamily="34" charset="-120"/>
              </a:rPr>
              <a:t>Same process. A different path.</a:t>
            </a:r>
            <a:endParaRPr lang="en-US" sz="3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3D3B3A"/>
        </a:solidFill>
      </p:bgPr>
    </p:bg>
    <p:spTree>
      <p:nvGrpSpPr>
        <p:cNvPr id="1" name=""/>
        <p:cNvGrpSpPr/>
        <p:nvPr/>
      </p:nvGrpSpPr>
      <p:grpSpPr>
        <a:xfrm>
          <a:off x="0" y="0"/>
          <a:ext cx="0" cy="0"/>
          <a:chOff x="0" y="0"/>
          <a:chExt cx="0" cy="0"/>
        </a:xfrm>
      </p:grpSpPr>
      <p:sp>
        <p:nvSpPr>
          <p:cNvPr id="2" name="Text 0"/>
          <p:cNvSpPr/>
          <p:nvPr/>
        </p:nvSpPr>
        <p:spPr>
          <a:xfrm>
            <a:off x="566928" y="429768"/>
            <a:ext cx="11009376" cy="768096"/>
          </a:xfrm>
          <a:prstGeom prst="rect">
            <a:avLst/>
          </a:prstGeom>
          <a:noFill/>
          <a:ln/>
        </p:spPr>
        <p:txBody>
          <a:bodyPr wrap="square" lIns="0" tIns="0" rIns="0" bIns="0" rtlCol="0" anchor="t"/>
          <a:lstStyle/>
          <a:p>
            <a:pPr indent="0" marL="0">
              <a:buNone/>
            </a:pPr>
            <a:r>
              <a:rPr lang="en-US" sz="4400" b="1" dirty="0">
                <a:solidFill>
                  <a:srgbClr val="DEDEDE"/>
                </a:solidFill>
                <a:latin typeface="Aptos Display" pitchFamily="34" charset="0"/>
                <a:ea typeface="Aptos Display" pitchFamily="34" charset="-122"/>
                <a:cs typeface="Aptos Display" pitchFamily="34" charset="-120"/>
              </a:rPr>
              <a:t>Passing checks is not permission.</a:t>
            </a:r>
            <a:endParaRPr lang="en-US" sz="4400" dirty="0"/>
          </a:p>
        </p:txBody>
      </p:sp>
      <p:sp>
        <p:nvSpPr>
          <p:cNvPr id="3" name="Text 1"/>
          <p:cNvSpPr/>
          <p:nvPr/>
        </p:nvSpPr>
        <p:spPr>
          <a:xfrm>
            <a:off x="566928" y="6446520"/>
            <a:ext cx="4663440" cy="201168"/>
          </a:xfrm>
          <a:prstGeom prst="rect">
            <a:avLst/>
          </a:prstGeom>
          <a:noFill/>
          <a:ln/>
        </p:spPr>
        <p:txBody>
          <a:bodyPr wrap="square" lIns="0" tIns="0" rIns="0" bIns="0" rtlCol="0" anchor="ctr"/>
          <a:lstStyle/>
          <a:p>
            <a:pPr indent="0" marL="0">
              <a:buNone/>
            </a:pPr>
            <a:r>
              <a:rPr lang="en-US" sz="1100" spc="80" kern="0" dirty="0">
                <a:solidFill>
                  <a:srgbClr val="B0B0B0"/>
                </a:solidFill>
                <a:latin typeface="Aptos" pitchFamily="34" charset="0"/>
                <a:ea typeface="Aptos" pitchFamily="34" charset="-122"/>
                <a:cs typeface="Aptos" pitchFamily="34" charset="-120"/>
              </a:rPr>
              <a:t>LAUNCH RESCUE / GITHUB COPILOT</a:t>
            </a:r>
            <a:endParaRPr lang="en-US" sz="1100" dirty="0"/>
          </a:p>
        </p:txBody>
      </p:sp>
      <p:sp>
        <p:nvSpPr>
          <p:cNvPr id="4" name="Text 2">
            <a:hlinkClick r:id="rId1" tooltip=""/>
          </p:cNvPr>
          <p:cNvSpPr/>
          <p:nvPr/>
        </p:nvSpPr>
        <p:spPr>
          <a:xfrm>
            <a:off x="6437376" y="6446520"/>
            <a:ext cx="4599432" cy="201168"/>
          </a:xfrm>
          <a:prstGeom prst="rect">
            <a:avLst/>
          </a:prstGeom>
          <a:noFill/>
          <a:ln/>
        </p:spPr>
        <p:txBody>
          <a:bodyPr wrap="square" lIns="0" tIns="0" rIns="0" bIns="0" rtlCol="0" anchor="ctr"/>
          <a:lstStyle/>
          <a:p>
            <a:pPr algn="r" indent="0" marL="0">
              <a:buNone/>
            </a:pPr>
            <a:r>
              <a:rPr lang="en-US" sz="1100" u="sng" dirty="0">
                <a:solidFill>
                  <a:srgbClr val="B0B0B0"/>
                </a:solid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S1 · S2 · S3 · S5  |  10 OCT 2026</a:t>
            </a:r>
            <a:endParaRPr lang="en-US" sz="1100" dirty="0"/>
          </a:p>
        </p:txBody>
      </p:sp>
      <p:sp>
        <p:nvSpPr>
          <p:cNvPr id="5" name="Text 3"/>
          <p:cNvSpPr/>
          <p:nvPr/>
        </p:nvSpPr>
        <p:spPr>
          <a:xfrm>
            <a:off x="11137392" y="6419088"/>
            <a:ext cx="457200" cy="256032"/>
          </a:xfrm>
          <a:prstGeom prst="rect">
            <a:avLst/>
          </a:prstGeom>
          <a:noFill/>
          <a:ln/>
        </p:spPr>
        <p:txBody>
          <a:bodyPr wrap="square" lIns="0" tIns="0" rIns="0" bIns="0" rtlCol="0" anchor="ctr"/>
          <a:lstStyle/>
          <a:p>
            <a:pPr algn="r" indent="0" marL="0">
              <a:buNone/>
            </a:pPr>
            <a:r>
              <a:rPr lang="en-US" sz="1300" dirty="0">
                <a:solidFill>
                  <a:srgbClr val="B0B0B0"/>
                </a:solidFill>
                <a:latin typeface="Aptos" pitchFamily="34" charset="0"/>
                <a:ea typeface="Aptos" pitchFamily="34" charset="-122"/>
                <a:cs typeface="Aptos" pitchFamily="34" charset="-120"/>
              </a:rPr>
              <a:t>14</a:t>
            </a:r>
            <a:endParaRPr lang="en-US" sz="1300" dirty="0"/>
          </a:p>
        </p:txBody>
      </p:sp>
      <p:sp>
        <p:nvSpPr>
          <p:cNvPr id="7" name="Shape 4"/>
          <p:cNvSpPr/>
          <p:nvPr/>
        </p:nvSpPr>
        <p:spPr>
          <a:xfrm>
            <a:off x="795528" y="2075688"/>
            <a:ext cx="2816352" cy="969264"/>
          </a:xfrm>
          <a:prstGeom prst="roundRect">
            <a:avLst>
              <a:gd name="adj" fmla="val 9434"/>
            </a:avLst>
          </a:prstGeom>
          <a:solidFill>
            <a:srgbClr val="292929"/>
          </a:solidFill>
          <a:ln w="16510">
            <a:solidFill>
              <a:srgbClr val="5F5F5F"/>
            </a:solidFill>
            <a:prstDash val="solid"/>
          </a:ln>
        </p:spPr>
      </p:sp>
      <p:sp>
        <p:nvSpPr>
          <p:cNvPr id="8" name="Text 5"/>
          <p:cNvSpPr/>
          <p:nvPr/>
        </p:nvSpPr>
        <p:spPr>
          <a:xfrm>
            <a:off x="914400" y="2167128"/>
            <a:ext cx="2578608" cy="786384"/>
          </a:xfrm>
          <a:prstGeom prst="rect">
            <a:avLst/>
          </a:prstGeom>
          <a:noFill/>
          <a:ln/>
        </p:spPr>
        <p:txBody>
          <a:bodyPr wrap="square" lIns="0" tIns="0" rIns="0" bIns="0" rtlCol="0" anchor="ctr"/>
          <a:lstStyle/>
          <a:p>
            <a:pPr algn="ctr" indent="0" marL="0">
              <a:buNone/>
            </a:pPr>
            <a:r>
              <a:rPr lang="en-US" sz="2800" b="1" dirty="0">
                <a:solidFill>
                  <a:srgbClr val="DEDEDE"/>
                </a:solidFill>
                <a:latin typeface="Aptos" pitchFamily="34" charset="0"/>
                <a:ea typeface="Aptos" pitchFamily="34" charset="-122"/>
                <a:cs typeface="Aptos" pitchFamily="34" charset="-120"/>
              </a:rPr>
              <a:t>3 checks pass</a:t>
            </a:r>
            <a:endParaRPr lang="en-US" sz="2800" dirty="0"/>
          </a:p>
        </p:txBody>
      </p:sp>
      <p:sp>
        <p:nvSpPr>
          <p:cNvPr id="9" name="Shape 6"/>
          <p:cNvSpPr/>
          <p:nvPr/>
        </p:nvSpPr>
        <p:spPr>
          <a:xfrm>
            <a:off x="4672584" y="2075688"/>
            <a:ext cx="2816352" cy="969264"/>
          </a:xfrm>
          <a:prstGeom prst="roundRect">
            <a:avLst>
              <a:gd name="adj" fmla="val 9434"/>
            </a:avLst>
          </a:prstGeom>
          <a:solidFill>
            <a:srgbClr val="292929"/>
          </a:solidFill>
          <a:ln w="16510">
            <a:solidFill>
              <a:srgbClr val="5F5F5F"/>
            </a:solidFill>
            <a:prstDash val="solid"/>
          </a:ln>
        </p:spPr>
      </p:sp>
      <p:sp>
        <p:nvSpPr>
          <p:cNvPr id="10" name="Text 7"/>
          <p:cNvSpPr/>
          <p:nvPr/>
        </p:nvSpPr>
        <p:spPr>
          <a:xfrm>
            <a:off x="4791456" y="2167128"/>
            <a:ext cx="2578608" cy="786384"/>
          </a:xfrm>
          <a:prstGeom prst="rect">
            <a:avLst/>
          </a:prstGeom>
          <a:noFill/>
          <a:ln/>
        </p:spPr>
        <p:txBody>
          <a:bodyPr wrap="square" lIns="0" tIns="0" rIns="0" bIns="0" rtlCol="0" anchor="ctr"/>
          <a:lstStyle/>
          <a:p>
            <a:pPr algn="ctr" indent="0" marL="0">
              <a:buNone/>
            </a:pPr>
            <a:r>
              <a:rPr lang="en-US" sz="2500" b="1" dirty="0">
                <a:solidFill>
                  <a:srgbClr val="DEDEDE"/>
                </a:solidFill>
                <a:latin typeface="Aptos" pitchFamily="34" charset="0"/>
                <a:ea typeface="Aptos" pitchFamily="34" charset="-122"/>
                <a:cs typeface="Aptos" pitchFamily="34" charset="-120"/>
              </a:rPr>
              <a:t>Independent review</a:t>
            </a:r>
            <a:endParaRPr lang="en-US" sz="2500" dirty="0"/>
          </a:p>
        </p:txBody>
      </p:sp>
      <p:sp>
        <p:nvSpPr>
          <p:cNvPr id="11" name="Shape 8"/>
          <p:cNvSpPr/>
          <p:nvPr/>
        </p:nvSpPr>
        <p:spPr>
          <a:xfrm>
            <a:off x="8549640" y="2075688"/>
            <a:ext cx="2816352" cy="969264"/>
          </a:xfrm>
          <a:prstGeom prst="roundRect">
            <a:avLst>
              <a:gd name="adj" fmla="val 9434"/>
            </a:avLst>
          </a:prstGeom>
          <a:solidFill>
            <a:srgbClr val="FD8EA1"/>
          </a:solidFill>
          <a:ln w="16510">
            <a:solidFill>
              <a:srgbClr val="FD8EA1"/>
            </a:solidFill>
            <a:prstDash val="solid"/>
          </a:ln>
        </p:spPr>
      </p:sp>
      <p:sp>
        <p:nvSpPr>
          <p:cNvPr id="12" name="Text 9"/>
          <p:cNvSpPr/>
          <p:nvPr/>
        </p:nvSpPr>
        <p:spPr>
          <a:xfrm>
            <a:off x="8668512" y="2167128"/>
            <a:ext cx="2578608" cy="786384"/>
          </a:xfrm>
          <a:prstGeom prst="rect">
            <a:avLst/>
          </a:prstGeom>
          <a:noFill/>
          <a:ln/>
        </p:spPr>
        <p:txBody>
          <a:bodyPr wrap="square" lIns="0" tIns="0" rIns="0" bIns="0" rtlCol="0" anchor="ctr"/>
          <a:lstStyle/>
          <a:p>
            <a:pPr algn="ctr" indent="0" marL="0">
              <a:buNone/>
            </a:pPr>
            <a:r>
              <a:rPr lang="en-US" sz="2600" b="1" dirty="0">
                <a:solidFill>
                  <a:srgbClr val="3D3B3A"/>
                </a:solidFill>
                <a:latin typeface="Aptos" pitchFamily="34" charset="0"/>
                <a:ea typeface="Aptos" pitchFamily="34" charset="-122"/>
                <a:cs typeface="Aptos" pitchFamily="34" charset="-120"/>
              </a:rPr>
              <a:t>Human checkpoint</a:t>
            </a:r>
            <a:endParaRPr lang="en-US" sz="2600" dirty="0"/>
          </a:p>
        </p:txBody>
      </p:sp>
      <p:sp>
        <p:nvSpPr>
          <p:cNvPr id="13" name="Shape 10"/>
          <p:cNvSpPr/>
          <p:nvPr/>
        </p:nvSpPr>
        <p:spPr>
          <a:xfrm>
            <a:off x="3611880" y="2560320"/>
            <a:ext cx="1060704" cy="0"/>
          </a:xfrm>
          <a:prstGeom prst="line">
            <a:avLst/>
          </a:prstGeom>
          <a:noFill/>
          <a:ln w="25400">
            <a:solidFill>
              <a:srgbClr val="FD8EA1"/>
            </a:solidFill>
            <a:prstDash val="solid"/>
            <a:tailEnd type="triangle"/>
          </a:ln>
        </p:spPr>
      </p:sp>
      <p:sp>
        <p:nvSpPr>
          <p:cNvPr id="14" name="Shape 11"/>
          <p:cNvSpPr/>
          <p:nvPr/>
        </p:nvSpPr>
        <p:spPr>
          <a:xfrm>
            <a:off x="7488936" y="2560320"/>
            <a:ext cx="1060704" cy="0"/>
          </a:xfrm>
          <a:prstGeom prst="line">
            <a:avLst/>
          </a:prstGeom>
          <a:noFill/>
          <a:ln w="25400">
            <a:solidFill>
              <a:srgbClr val="FD8EA1"/>
            </a:solidFill>
            <a:prstDash val="solid"/>
            <a:tailEnd type="triangle"/>
          </a:ln>
        </p:spPr>
      </p:sp>
      <p:sp>
        <p:nvSpPr>
          <p:cNvPr id="15" name="Text 12"/>
          <p:cNvSpPr/>
          <p:nvPr/>
        </p:nvSpPr>
        <p:spPr>
          <a:xfrm>
            <a:off x="850392" y="3739896"/>
            <a:ext cx="10607040" cy="612648"/>
          </a:xfrm>
          <a:prstGeom prst="rect">
            <a:avLst/>
          </a:prstGeom>
          <a:noFill/>
          <a:ln/>
        </p:spPr>
        <p:txBody>
          <a:bodyPr wrap="square" lIns="0" tIns="0" rIns="0" bIns="0" rtlCol="0" anchor="ctr"/>
          <a:lstStyle/>
          <a:p>
            <a:pPr indent="0" marL="0">
              <a:buNone/>
            </a:pPr>
            <a:r>
              <a:rPr lang="en-US" sz="2900" dirty="0">
                <a:solidFill>
                  <a:srgbClr val="FD8EA1"/>
                </a:solidFill>
                <a:latin typeface="Consolas" pitchFamily="34" charset="0"/>
                <a:ea typeface="Consolas" pitchFamily="34" charset="-122"/>
                <a:cs typeface="Consolas" pitchFamily="34" charset="-120"/>
              </a:rPr>
              <a:t>await ctx.pause("approve-local-draft");</a:t>
            </a:r>
            <a:endParaRPr lang="en-US" sz="2900" dirty="0"/>
          </a:p>
        </p:txBody>
      </p:sp>
      <p:sp>
        <p:nvSpPr>
          <p:cNvPr id="16" name="Text 13"/>
          <p:cNvSpPr/>
          <p:nvPr/>
        </p:nvSpPr>
        <p:spPr>
          <a:xfrm>
            <a:off x="877824" y="4855464"/>
            <a:ext cx="10424160" cy="950976"/>
          </a:xfrm>
          <a:prstGeom prst="rect">
            <a:avLst/>
          </a:prstGeom>
          <a:noFill/>
          <a:ln/>
        </p:spPr>
        <p:txBody>
          <a:bodyPr wrap="square" lIns="0" tIns="0" rIns="0" bIns="0" rtlCol="0" anchor="ctr"/>
          <a:lstStyle/>
          <a:p>
            <a:pPr indent="0" marL="0">
              <a:buNone/>
            </a:pPr>
            <a:r>
              <a:rPr lang="en-US" sz="2900" b="1" dirty="0">
                <a:solidFill>
                  <a:srgbClr val="DEDEDE"/>
                </a:solidFill>
                <a:latin typeface="Aptos" pitchFamily="34" charset="0"/>
                <a:ea typeface="Aptos" pitchFamily="34" charset="-122"/>
                <a:cs typeface="Aptos" pitchFamily="34" charset="-120"/>
              </a:rPr>
              <a:t>A resumable pause is a feature.</a:t>
            </a:r>
            <a:endParaRPr lang="en-US" sz="2900" dirty="0"/>
          </a:p>
          <a:p>
            <a:pPr indent="0" marL="0">
              <a:buNone/>
            </a:pPr>
            <a:r>
              <a:rPr lang="en-US" sz="2900" b="1" dirty="0">
                <a:solidFill>
                  <a:srgbClr val="DEDEDE"/>
                </a:solidFill>
                <a:latin typeface="Aptos" pitchFamily="34" charset="0"/>
                <a:ea typeface="Aptos" pitchFamily="34" charset="-122"/>
                <a:cs typeface="Aptos" pitchFamily="34" charset="-120"/>
              </a:rPr>
              <a:t>A cancelled run is not a resumable pause.</a:t>
            </a:r>
            <a:endParaRPr lang="en-US" sz="2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4EF"/>
        </a:solidFill>
      </p:bgPr>
    </p:bg>
    <p:spTree>
      <p:nvGrpSpPr>
        <p:cNvPr id="1" name=""/>
        <p:cNvGrpSpPr/>
        <p:nvPr/>
      </p:nvGrpSpPr>
      <p:grpSpPr>
        <a:xfrm>
          <a:off x="0" y="0"/>
          <a:ext cx="0" cy="0"/>
          <a:chOff x="0" y="0"/>
          <a:chExt cx="0" cy="0"/>
        </a:xfrm>
      </p:grpSpPr>
      <p:sp>
        <p:nvSpPr>
          <p:cNvPr id="2" name="Text 0"/>
          <p:cNvSpPr/>
          <p:nvPr/>
        </p:nvSpPr>
        <p:spPr>
          <a:xfrm>
            <a:off x="566928" y="429768"/>
            <a:ext cx="11009376" cy="768096"/>
          </a:xfrm>
          <a:prstGeom prst="rect">
            <a:avLst/>
          </a:prstGeom>
          <a:noFill/>
          <a:ln/>
        </p:spPr>
        <p:txBody>
          <a:bodyPr wrap="square" lIns="0" tIns="0" rIns="0" bIns="0" rtlCol="0" anchor="t"/>
          <a:lstStyle/>
          <a:p>
            <a:pPr indent="0" marL="0">
              <a:buNone/>
            </a:pPr>
            <a:r>
              <a:rPr lang="en-US" sz="4400" b="1" dirty="0">
                <a:solidFill>
                  <a:srgbClr val="242424"/>
                </a:solidFill>
                <a:latin typeface="Aptos Display" pitchFamily="34" charset="0"/>
                <a:ea typeface="Aptos Display" pitchFamily="34" charset="-122"/>
                <a:cs typeface="Aptos Display" pitchFamily="34" charset="-120"/>
              </a:rPr>
              <a:t>2,500 attendees accounted for.</a:t>
            </a:r>
            <a:endParaRPr lang="en-US" sz="4400" dirty="0"/>
          </a:p>
        </p:txBody>
      </p:sp>
      <p:sp>
        <p:nvSpPr>
          <p:cNvPr id="3" name="Text 1"/>
          <p:cNvSpPr/>
          <p:nvPr/>
        </p:nvSpPr>
        <p:spPr>
          <a:xfrm>
            <a:off x="566928" y="6446520"/>
            <a:ext cx="4663440" cy="201168"/>
          </a:xfrm>
          <a:prstGeom prst="rect">
            <a:avLst/>
          </a:prstGeom>
          <a:noFill/>
          <a:ln/>
        </p:spPr>
        <p:txBody>
          <a:bodyPr wrap="square" lIns="0" tIns="0" rIns="0" bIns="0" rtlCol="0" anchor="ctr"/>
          <a:lstStyle/>
          <a:p>
            <a:pPr indent="0" marL="0">
              <a:buNone/>
            </a:pPr>
            <a:r>
              <a:rPr lang="en-US" sz="1100" spc="80" kern="0" dirty="0">
                <a:solidFill>
                  <a:srgbClr val="5C5C5C"/>
                </a:solidFill>
                <a:latin typeface="Aptos" pitchFamily="34" charset="0"/>
                <a:ea typeface="Aptos" pitchFamily="34" charset="-122"/>
                <a:cs typeface="Aptos" pitchFamily="34" charset="-120"/>
              </a:rPr>
              <a:t>LAUNCH RESCUE / GITHUB COPILOT</a:t>
            </a:r>
            <a:endParaRPr lang="en-US" sz="1100" dirty="0"/>
          </a:p>
        </p:txBody>
      </p:sp>
      <p:sp>
        <p:nvSpPr>
          <p:cNvPr id="4" name="Text 2">
            <a:hlinkClick r:id="rId1" tooltip=""/>
          </p:cNvPr>
          <p:cNvSpPr/>
          <p:nvPr/>
        </p:nvSpPr>
        <p:spPr>
          <a:xfrm>
            <a:off x="6437376" y="6446520"/>
            <a:ext cx="4599432" cy="201168"/>
          </a:xfrm>
          <a:prstGeom prst="rect">
            <a:avLst/>
          </a:prstGeom>
          <a:noFill/>
          <a:ln/>
        </p:spPr>
        <p:txBody>
          <a:bodyPr wrap="square" lIns="0" tIns="0" rIns="0" bIns="0" rtlCol="0" anchor="ctr"/>
          <a:lstStyle/>
          <a:p>
            <a:pPr algn="r" indent="0" marL="0">
              <a:buNone/>
            </a:pPr>
            <a:r>
              <a:rPr lang="en-US" sz="1100" u="sng" dirty="0">
                <a:solidFill>
                  <a:srgbClr val="5C5C5C"/>
                </a:solid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S1 · S3  |  10 OCT 2026</a:t>
            </a:r>
            <a:endParaRPr lang="en-US" sz="1100" dirty="0"/>
          </a:p>
        </p:txBody>
      </p:sp>
      <p:sp>
        <p:nvSpPr>
          <p:cNvPr id="5" name="Text 3"/>
          <p:cNvSpPr/>
          <p:nvPr/>
        </p:nvSpPr>
        <p:spPr>
          <a:xfrm>
            <a:off x="11137392" y="6419088"/>
            <a:ext cx="457200" cy="256032"/>
          </a:xfrm>
          <a:prstGeom prst="rect">
            <a:avLst/>
          </a:prstGeom>
          <a:noFill/>
          <a:ln/>
        </p:spPr>
        <p:txBody>
          <a:bodyPr wrap="square" lIns="0" tIns="0" rIns="0" bIns="0" rtlCol="0" anchor="ctr"/>
          <a:lstStyle/>
          <a:p>
            <a:pPr algn="r" indent="0" marL="0">
              <a:buNone/>
            </a:pPr>
            <a:r>
              <a:rPr lang="en-US" sz="1300" dirty="0">
                <a:solidFill>
                  <a:srgbClr val="5C5C5C"/>
                </a:solidFill>
                <a:latin typeface="Aptos" pitchFamily="34" charset="0"/>
                <a:ea typeface="Aptos" pitchFamily="34" charset="-122"/>
                <a:cs typeface="Aptos" pitchFamily="34" charset="-120"/>
              </a:rPr>
              <a:t>15</a:t>
            </a:r>
            <a:endParaRPr lang="en-US" sz="1300" dirty="0"/>
          </a:p>
        </p:txBody>
      </p:sp>
      <p:sp>
        <p:nvSpPr>
          <p:cNvPr id="7" name="Text 4"/>
          <p:cNvSpPr/>
          <p:nvPr/>
        </p:nvSpPr>
        <p:spPr>
          <a:xfrm>
            <a:off x="758952" y="2039112"/>
            <a:ext cx="4663440" cy="1408176"/>
          </a:xfrm>
          <a:prstGeom prst="rect">
            <a:avLst/>
          </a:prstGeom>
          <a:noFill/>
          <a:ln/>
        </p:spPr>
        <p:txBody>
          <a:bodyPr wrap="square" lIns="0" tIns="0" rIns="0" bIns="0" rtlCol="0" anchor="ctr"/>
          <a:lstStyle/>
          <a:p>
            <a:pPr indent="0" marL="0">
              <a:buNone/>
            </a:pPr>
            <a:r>
              <a:rPr lang="en-US" sz="8800" b="1" dirty="0">
                <a:solidFill>
                  <a:srgbClr val="B11F4B"/>
                </a:solidFill>
                <a:latin typeface="Aptos Display" pitchFamily="34" charset="0"/>
                <a:ea typeface="Aptos Display" pitchFamily="34" charset="-122"/>
                <a:cs typeface="Aptos Display" pitchFamily="34" charset="-120"/>
              </a:rPr>
              <a:t>2,300</a:t>
            </a:r>
            <a:endParaRPr lang="en-US" sz="8800" dirty="0"/>
          </a:p>
        </p:txBody>
      </p:sp>
      <p:sp>
        <p:nvSpPr>
          <p:cNvPr id="8" name="Text 5"/>
          <p:cNvSpPr/>
          <p:nvPr/>
        </p:nvSpPr>
        <p:spPr>
          <a:xfrm>
            <a:off x="850392" y="3502152"/>
            <a:ext cx="4663440" cy="521208"/>
          </a:xfrm>
          <a:prstGeom prst="rect">
            <a:avLst/>
          </a:prstGeom>
          <a:noFill/>
          <a:ln/>
        </p:spPr>
        <p:txBody>
          <a:bodyPr wrap="square" lIns="0" tIns="0" rIns="0" bIns="0" rtlCol="0" anchor="ctr"/>
          <a:lstStyle/>
          <a:p>
            <a:pPr indent="0" marL="0">
              <a:buNone/>
            </a:pPr>
            <a:r>
              <a:rPr lang="en-US" sz="3000" dirty="0">
                <a:solidFill>
                  <a:srgbClr val="242424"/>
                </a:solidFill>
                <a:latin typeface="Aptos" pitchFamily="34" charset="0"/>
                <a:ea typeface="Aptos" pitchFamily="34" charset="-122"/>
                <a:cs typeface="Aptos" pitchFamily="34" charset="-120"/>
              </a:rPr>
              <a:t>confirmed</a:t>
            </a:r>
            <a:endParaRPr lang="en-US" sz="3000" dirty="0"/>
          </a:p>
        </p:txBody>
      </p:sp>
      <p:sp>
        <p:nvSpPr>
          <p:cNvPr id="9" name="Text 6"/>
          <p:cNvSpPr/>
          <p:nvPr/>
        </p:nvSpPr>
        <p:spPr>
          <a:xfrm>
            <a:off x="5715000" y="2395728"/>
            <a:ext cx="731520" cy="859536"/>
          </a:xfrm>
          <a:prstGeom prst="rect">
            <a:avLst/>
          </a:prstGeom>
          <a:noFill/>
          <a:ln/>
        </p:spPr>
        <p:txBody>
          <a:bodyPr wrap="square" lIns="0" tIns="0" rIns="0" bIns="0" rtlCol="0" anchor="ctr"/>
          <a:lstStyle/>
          <a:p>
            <a:pPr algn="ctr" indent="0" marL="0">
              <a:buNone/>
            </a:pPr>
            <a:r>
              <a:rPr lang="en-US" sz="5200" dirty="0">
                <a:solidFill>
                  <a:srgbClr val="5C5C5C"/>
                </a:solidFill>
                <a:latin typeface="Aptos" pitchFamily="34" charset="0"/>
                <a:ea typeface="Aptos" pitchFamily="34" charset="-122"/>
                <a:cs typeface="Aptos" pitchFamily="34" charset="-120"/>
              </a:rPr>
              <a:t>+</a:t>
            </a:r>
            <a:endParaRPr lang="en-US" sz="5200" dirty="0"/>
          </a:p>
        </p:txBody>
      </p:sp>
      <p:sp>
        <p:nvSpPr>
          <p:cNvPr id="10" name="Text 7"/>
          <p:cNvSpPr/>
          <p:nvPr/>
        </p:nvSpPr>
        <p:spPr>
          <a:xfrm>
            <a:off x="7077456" y="2039112"/>
            <a:ext cx="4453128" cy="1408176"/>
          </a:xfrm>
          <a:prstGeom prst="rect">
            <a:avLst/>
          </a:prstGeom>
          <a:noFill/>
          <a:ln/>
        </p:spPr>
        <p:txBody>
          <a:bodyPr wrap="square" lIns="0" tIns="0" rIns="0" bIns="0" rtlCol="0" anchor="ctr"/>
          <a:lstStyle/>
          <a:p>
            <a:pPr indent="0" marL="0">
              <a:buNone/>
            </a:pPr>
            <a:r>
              <a:rPr lang="en-US" sz="8800" b="1" dirty="0">
                <a:solidFill>
                  <a:srgbClr val="242424"/>
                </a:solidFill>
                <a:latin typeface="Aptos Display" pitchFamily="34" charset="0"/>
                <a:ea typeface="Aptos Display" pitchFamily="34" charset="-122"/>
                <a:cs typeface="Aptos Display" pitchFamily="34" charset="-120"/>
              </a:rPr>
              <a:t>200</a:t>
            </a:r>
            <a:endParaRPr lang="en-US" sz="8800" dirty="0"/>
          </a:p>
        </p:txBody>
      </p:sp>
      <p:sp>
        <p:nvSpPr>
          <p:cNvPr id="11" name="Text 8"/>
          <p:cNvSpPr/>
          <p:nvPr/>
        </p:nvSpPr>
        <p:spPr>
          <a:xfrm>
            <a:off x="7178040" y="3502152"/>
            <a:ext cx="4206240" cy="521208"/>
          </a:xfrm>
          <a:prstGeom prst="rect">
            <a:avLst/>
          </a:prstGeom>
          <a:noFill/>
          <a:ln/>
        </p:spPr>
        <p:txBody>
          <a:bodyPr wrap="square" lIns="0" tIns="0" rIns="0" bIns="0" rtlCol="0" anchor="ctr"/>
          <a:lstStyle/>
          <a:p>
            <a:pPr indent="0" marL="0">
              <a:buNone/>
            </a:pPr>
            <a:r>
              <a:rPr lang="en-US" sz="3000" dirty="0">
                <a:solidFill>
                  <a:srgbClr val="242424"/>
                </a:solidFill>
                <a:latin typeface="Aptos" pitchFamily="34" charset="0"/>
                <a:ea typeface="Aptos" pitchFamily="34" charset="-122"/>
                <a:cs typeface="Aptos" pitchFamily="34" charset="-120"/>
              </a:rPr>
              <a:t>waitlisted</a:t>
            </a:r>
            <a:endParaRPr lang="en-US" sz="3000" dirty="0"/>
          </a:p>
        </p:txBody>
      </p:sp>
      <p:sp>
        <p:nvSpPr>
          <p:cNvPr id="12" name="Shape 9"/>
          <p:cNvSpPr/>
          <p:nvPr/>
        </p:nvSpPr>
        <p:spPr>
          <a:xfrm>
            <a:off x="832104" y="4800600"/>
            <a:ext cx="3337560" cy="859536"/>
          </a:xfrm>
          <a:prstGeom prst="roundRect">
            <a:avLst>
              <a:gd name="adj" fmla="val 10638"/>
            </a:avLst>
          </a:prstGeom>
          <a:solidFill>
            <a:srgbClr val="FFFFFF"/>
          </a:solidFill>
          <a:ln w="16510">
            <a:solidFill>
              <a:srgbClr val="DEDEDE"/>
            </a:solidFill>
            <a:prstDash val="solid"/>
          </a:ln>
        </p:spPr>
      </p:sp>
      <p:sp>
        <p:nvSpPr>
          <p:cNvPr id="13" name="Text 10"/>
          <p:cNvSpPr/>
          <p:nvPr/>
        </p:nvSpPr>
        <p:spPr>
          <a:xfrm>
            <a:off x="950976" y="4892040"/>
            <a:ext cx="3099816" cy="676656"/>
          </a:xfrm>
          <a:prstGeom prst="rect">
            <a:avLst/>
          </a:prstGeom>
          <a:noFill/>
          <a:ln/>
        </p:spPr>
        <p:txBody>
          <a:bodyPr wrap="square" lIns="0" tIns="0" rIns="0" bIns="0" rtlCol="0" anchor="ctr"/>
          <a:lstStyle/>
          <a:p>
            <a:pPr algn="ctr" indent="0" marL="0">
              <a:buNone/>
            </a:pPr>
            <a:r>
              <a:rPr lang="en-US" sz="2200" b="1" dirty="0">
                <a:solidFill>
                  <a:srgbClr val="242424"/>
                </a:solidFill>
                <a:latin typeface="Aptos" pitchFamily="34" charset="0"/>
                <a:ea typeface="Aptos" pitchFamily="34" charset="-122"/>
                <a:cs typeface="Aptos" pitchFamily="34" charset="-120"/>
              </a:rPr>
              <a:t>0 duplicate outcomes</a:t>
            </a:r>
            <a:endParaRPr lang="en-US" sz="2200" dirty="0"/>
          </a:p>
        </p:txBody>
      </p:sp>
      <p:sp>
        <p:nvSpPr>
          <p:cNvPr id="14" name="Shape 11"/>
          <p:cNvSpPr/>
          <p:nvPr/>
        </p:nvSpPr>
        <p:spPr>
          <a:xfrm>
            <a:off x="4443984" y="4800600"/>
            <a:ext cx="3337560" cy="859536"/>
          </a:xfrm>
          <a:prstGeom prst="roundRect">
            <a:avLst>
              <a:gd name="adj" fmla="val 10638"/>
            </a:avLst>
          </a:prstGeom>
          <a:solidFill>
            <a:srgbClr val="FFFFFF"/>
          </a:solidFill>
          <a:ln w="16510">
            <a:solidFill>
              <a:srgbClr val="DEDEDE"/>
            </a:solidFill>
            <a:prstDash val="solid"/>
          </a:ln>
        </p:spPr>
      </p:sp>
      <p:sp>
        <p:nvSpPr>
          <p:cNvPr id="15" name="Text 12"/>
          <p:cNvSpPr/>
          <p:nvPr/>
        </p:nvSpPr>
        <p:spPr>
          <a:xfrm>
            <a:off x="4562856" y="4892040"/>
            <a:ext cx="3099816" cy="676656"/>
          </a:xfrm>
          <a:prstGeom prst="rect">
            <a:avLst/>
          </a:prstGeom>
          <a:noFill/>
          <a:ln/>
        </p:spPr>
        <p:txBody>
          <a:bodyPr wrap="square" lIns="0" tIns="0" rIns="0" bIns="0" rtlCol="0" anchor="ctr"/>
          <a:lstStyle/>
          <a:p>
            <a:pPr algn="ctr" indent="0" marL="0">
              <a:buNone/>
            </a:pPr>
            <a:r>
              <a:rPr lang="en-US" sz="2200" b="1" dirty="0">
                <a:solidFill>
                  <a:srgbClr val="242424"/>
                </a:solidFill>
                <a:latin typeface="Aptos" pitchFamily="34" charset="0"/>
                <a:ea typeface="Aptos" pitchFamily="34" charset="-122"/>
                <a:cs typeface="Aptos" pitchFamily="34" charset="-120"/>
              </a:rPr>
              <a:t>0 seats over capacity</a:t>
            </a:r>
            <a:endParaRPr lang="en-US" sz="2200" dirty="0"/>
          </a:p>
        </p:txBody>
      </p:sp>
      <p:sp>
        <p:nvSpPr>
          <p:cNvPr id="16" name="Shape 13"/>
          <p:cNvSpPr/>
          <p:nvPr/>
        </p:nvSpPr>
        <p:spPr>
          <a:xfrm>
            <a:off x="8055864" y="4800600"/>
            <a:ext cx="3337560" cy="859536"/>
          </a:xfrm>
          <a:prstGeom prst="roundRect">
            <a:avLst>
              <a:gd name="adj" fmla="val 10638"/>
            </a:avLst>
          </a:prstGeom>
          <a:solidFill>
            <a:srgbClr val="FFFFFF"/>
          </a:solidFill>
          <a:ln w="16510">
            <a:solidFill>
              <a:srgbClr val="DEDEDE"/>
            </a:solidFill>
            <a:prstDash val="solid"/>
          </a:ln>
        </p:spPr>
      </p:sp>
      <p:sp>
        <p:nvSpPr>
          <p:cNvPr id="17" name="Text 14"/>
          <p:cNvSpPr/>
          <p:nvPr/>
        </p:nvSpPr>
        <p:spPr>
          <a:xfrm>
            <a:off x="8174736" y="4892040"/>
            <a:ext cx="3099816" cy="676656"/>
          </a:xfrm>
          <a:prstGeom prst="rect">
            <a:avLst/>
          </a:prstGeom>
          <a:noFill/>
          <a:ln/>
        </p:spPr>
        <p:txBody>
          <a:bodyPr wrap="square" lIns="0" tIns="0" rIns="0" bIns="0" rtlCol="0" anchor="ctr"/>
          <a:lstStyle/>
          <a:p>
            <a:pPr algn="ctr" indent="0" marL="0">
              <a:buNone/>
            </a:pPr>
            <a:r>
              <a:rPr lang="en-US" sz="2200" b="1" dirty="0">
                <a:solidFill>
                  <a:srgbClr val="242424"/>
                </a:solidFill>
                <a:latin typeface="Aptos" pitchFamily="34" charset="0"/>
                <a:ea typeface="Aptos" pitchFamily="34" charset="-122"/>
                <a:cs typeface="Aptos" pitchFamily="34" charset="-120"/>
              </a:rPr>
              <a:t>0 missing attendees</a:t>
            </a:r>
            <a:endParaRPr lang="en-US" sz="2200" dirty="0"/>
          </a:p>
        </p:txBody>
      </p:sp>
      <p:sp>
        <p:nvSpPr>
          <p:cNvPr id="18" name="Text 15"/>
          <p:cNvSpPr/>
          <p:nvPr/>
        </p:nvSpPr>
        <p:spPr>
          <a:xfrm>
            <a:off x="859536" y="5843016"/>
            <a:ext cx="10552176" cy="301752"/>
          </a:xfrm>
          <a:prstGeom prst="rect">
            <a:avLst/>
          </a:prstGeom>
          <a:noFill/>
          <a:ln/>
        </p:spPr>
        <p:txBody>
          <a:bodyPr wrap="square" lIns="0" tIns="0" rIns="0" bIns="0" rtlCol="0" anchor="ctr"/>
          <a:lstStyle/>
          <a:p>
            <a:pPr indent="0" marL="0">
              <a:buNone/>
            </a:pPr>
            <a:r>
              <a:rPr lang="en-US" sz="1800" dirty="0">
                <a:solidFill>
                  <a:srgbClr val="5C5C5C"/>
                </a:solidFill>
                <a:latin typeface="Aptos" pitchFamily="34" charset="0"/>
                <a:ea typeface="Aptos" pitchFamily="34" charset="-122"/>
                <a:cs typeface="Aptos" pitchFamily="34" charset="-120"/>
              </a:rPr>
              <a:t>Measured local fixture. Not a capacity or latency benchmark.</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3D3B3A"/>
        </a:solidFill>
      </p:bgPr>
    </p:bg>
    <p:spTree>
      <p:nvGrpSpPr>
        <p:cNvPr id="1" name=""/>
        <p:cNvGrpSpPr/>
        <p:nvPr/>
      </p:nvGrpSpPr>
      <p:grpSpPr>
        <a:xfrm>
          <a:off x="0" y="0"/>
          <a:ext cx="0" cy="0"/>
          <a:chOff x="0" y="0"/>
          <a:chExt cx="0" cy="0"/>
        </a:xfrm>
      </p:grpSpPr>
      <p:sp>
        <p:nvSpPr>
          <p:cNvPr id="2" name="Text 0"/>
          <p:cNvSpPr/>
          <p:nvPr/>
        </p:nvSpPr>
        <p:spPr>
          <a:xfrm>
            <a:off x="566928" y="429768"/>
            <a:ext cx="11009376" cy="1261872"/>
          </a:xfrm>
          <a:prstGeom prst="rect">
            <a:avLst/>
          </a:prstGeom>
          <a:noFill/>
          <a:ln/>
        </p:spPr>
        <p:txBody>
          <a:bodyPr wrap="square" lIns="0" tIns="0" rIns="0" bIns="0" rtlCol="0" anchor="t"/>
          <a:lstStyle/>
          <a:p>
            <a:pPr indent="0" marL="0">
              <a:buNone/>
            </a:pPr>
            <a:r>
              <a:rPr lang="en-US" sz="4200" b="1" dirty="0">
                <a:solidFill>
                  <a:srgbClr val="DEDEDE"/>
                </a:solidFill>
                <a:latin typeface="Aptos Display" pitchFamily="34" charset="0"/>
                <a:ea typeface="Aptos Display" pitchFamily="34" charset="-122"/>
                <a:cs typeface="Aptos Display" pitchFamily="34" charset="-120"/>
              </a:rPr>
              <a:t>Three demo modes.</a:t>
            </a:r>
            <a:endParaRPr lang="en-US" sz="4200" dirty="0"/>
          </a:p>
          <a:p>
            <a:pPr indent="0" marL="0">
              <a:buNone/>
            </a:pPr>
            <a:r>
              <a:rPr lang="en-US" sz="4200" b="1" dirty="0">
                <a:solidFill>
                  <a:srgbClr val="DEDEDE"/>
                </a:solidFill>
                <a:latin typeface="Aptos Display" pitchFamily="34" charset="0"/>
                <a:ea typeface="Aptos Display" pitchFamily="34" charset="-122"/>
                <a:cs typeface="Aptos Display" pitchFamily="34" charset="-120"/>
              </a:rPr>
              <a:t>One honest story.</a:t>
            </a:r>
            <a:endParaRPr lang="en-US" sz="4200" dirty="0"/>
          </a:p>
        </p:txBody>
      </p:sp>
      <p:sp>
        <p:nvSpPr>
          <p:cNvPr id="3" name="Text 1"/>
          <p:cNvSpPr/>
          <p:nvPr/>
        </p:nvSpPr>
        <p:spPr>
          <a:xfrm>
            <a:off x="566928" y="6446520"/>
            <a:ext cx="4663440" cy="201168"/>
          </a:xfrm>
          <a:prstGeom prst="rect">
            <a:avLst/>
          </a:prstGeom>
          <a:noFill/>
          <a:ln/>
        </p:spPr>
        <p:txBody>
          <a:bodyPr wrap="square" lIns="0" tIns="0" rIns="0" bIns="0" rtlCol="0" anchor="ctr"/>
          <a:lstStyle/>
          <a:p>
            <a:pPr indent="0" marL="0">
              <a:buNone/>
            </a:pPr>
            <a:r>
              <a:rPr lang="en-US" sz="1100" spc="80" kern="0" dirty="0">
                <a:solidFill>
                  <a:srgbClr val="B0B0B0"/>
                </a:solidFill>
                <a:latin typeface="Aptos" pitchFamily="34" charset="0"/>
                <a:ea typeface="Aptos" pitchFamily="34" charset="-122"/>
                <a:cs typeface="Aptos" pitchFamily="34" charset="-120"/>
              </a:rPr>
              <a:t>LAUNCH RESCUE / GITHUB COPILOT</a:t>
            </a:r>
            <a:endParaRPr lang="en-US" sz="1100" dirty="0"/>
          </a:p>
        </p:txBody>
      </p:sp>
      <p:sp>
        <p:nvSpPr>
          <p:cNvPr id="4" name="Text 2">
            <a:hlinkClick r:id="rId1" tooltip=""/>
          </p:cNvPr>
          <p:cNvSpPr/>
          <p:nvPr/>
        </p:nvSpPr>
        <p:spPr>
          <a:xfrm>
            <a:off x="6437376" y="6446520"/>
            <a:ext cx="4599432" cy="201168"/>
          </a:xfrm>
          <a:prstGeom prst="rect">
            <a:avLst/>
          </a:prstGeom>
          <a:noFill/>
          <a:ln/>
        </p:spPr>
        <p:txBody>
          <a:bodyPr wrap="square" lIns="0" tIns="0" rIns="0" bIns="0" rtlCol="0" anchor="ctr"/>
          <a:lstStyle/>
          <a:p>
            <a:pPr algn="r" indent="0" marL="0">
              <a:buNone/>
            </a:pPr>
            <a:r>
              <a:rPr lang="en-US" sz="1100" u="sng" dirty="0">
                <a:solidFill>
                  <a:srgbClr val="B0B0B0"/>
                </a:solid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S2 · S3 · S5  |  10 OCT 2026</a:t>
            </a:r>
            <a:endParaRPr lang="en-US" sz="1100" dirty="0"/>
          </a:p>
        </p:txBody>
      </p:sp>
      <p:sp>
        <p:nvSpPr>
          <p:cNvPr id="5" name="Text 3"/>
          <p:cNvSpPr/>
          <p:nvPr/>
        </p:nvSpPr>
        <p:spPr>
          <a:xfrm>
            <a:off x="11137392" y="6419088"/>
            <a:ext cx="457200" cy="256032"/>
          </a:xfrm>
          <a:prstGeom prst="rect">
            <a:avLst/>
          </a:prstGeom>
          <a:noFill/>
          <a:ln/>
        </p:spPr>
        <p:txBody>
          <a:bodyPr wrap="square" lIns="0" tIns="0" rIns="0" bIns="0" rtlCol="0" anchor="ctr"/>
          <a:lstStyle/>
          <a:p>
            <a:pPr algn="r" indent="0" marL="0">
              <a:buNone/>
            </a:pPr>
            <a:r>
              <a:rPr lang="en-US" sz="1300" dirty="0">
                <a:solidFill>
                  <a:srgbClr val="B0B0B0"/>
                </a:solidFill>
                <a:latin typeface="Aptos" pitchFamily="34" charset="0"/>
                <a:ea typeface="Aptos" pitchFamily="34" charset="-122"/>
                <a:cs typeface="Aptos" pitchFamily="34" charset="-120"/>
              </a:rPr>
              <a:t>16</a:t>
            </a:r>
            <a:endParaRPr lang="en-US" sz="1300" dirty="0"/>
          </a:p>
        </p:txBody>
      </p:sp>
      <p:sp>
        <p:nvSpPr>
          <p:cNvPr id="7" name="Shape 4"/>
          <p:cNvSpPr/>
          <p:nvPr/>
        </p:nvSpPr>
        <p:spPr>
          <a:xfrm>
            <a:off x="713232" y="2057400"/>
            <a:ext cx="10771632" cy="941832"/>
          </a:xfrm>
          <a:prstGeom prst="roundRect">
            <a:avLst>
              <a:gd name="adj" fmla="val 9709"/>
            </a:avLst>
          </a:prstGeom>
          <a:solidFill>
            <a:srgbClr val="292929"/>
          </a:solidFill>
          <a:ln w="12700">
            <a:solidFill>
              <a:srgbClr val="292929">
                <a:alpha val="0"/>
              </a:srgbClr>
            </a:solidFill>
            <a:prstDash val="solid"/>
          </a:ln>
        </p:spPr>
      </p:sp>
      <p:sp>
        <p:nvSpPr>
          <p:cNvPr id="8" name="Text 5"/>
          <p:cNvSpPr/>
          <p:nvPr/>
        </p:nvSpPr>
        <p:spPr>
          <a:xfrm>
            <a:off x="923544" y="2240280"/>
            <a:ext cx="3337560" cy="521208"/>
          </a:xfrm>
          <a:prstGeom prst="rect">
            <a:avLst/>
          </a:prstGeom>
          <a:noFill/>
          <a:ln/>
        </p:spPr>
        <p:txBody>
          <a:bodyPr wrap="square" lIns="0" tIns="0" rIns="0" bIns="0" rtlCol="0" anchor="ctr"/>
          <a:lstStyle/>
          <a:p>
            <a:pPr indent="0" marL="0">
              <a:buNone/>
            </a:pPr>
            <a:r>
              <a:rPr lang="en-US" sz="2600" b="1" dirty="0">
                <a:solidFill>
                  <a:srgbClr val="DEDEDE"/>
                </a:solidFill>
                <a:latin typeface="Aptos" pitchFamily="34" charset="0"/>
                <a:ea typeface="Aptos" pitchFamily="34" charset="-122"/>
                <a:cs typeface="Aptos" pitchFamily="34" charset="-120"/>
              </a:rPr>
              <a:t>Offline rehearsal</a:t>
            </a:r>
            <a:endParaRPr lang="en-US" sz="2600" dirty="0"/>
          </a:p>
        </p:txBody>
      </p:sp>
      <p:sp>
        <p:nvSpPr>
          <p:cNvPr id="9" name="Text 6"/>
          <p:cNvSpPr/>
          <p:nvPr/>
        </p:nvSpPr>
        <p:spPr>
          <a:xfrm>
            <a:off x="4572000" y="2240280"/>
            <a:ext cx="3026664" cy="521208"/>
          </a:xfrm>
          <a:prstGeom prst="rect">
            <a:avLst/>
          </a:prstGeom>
          <a:noFill/>
          <a:ln/>
        </p:spPr>
        <p:txBody>
          <a:bodyPr wrap="square" lIns="0" tIns="0" rIns="0" bIns="0" rtlCol="0" anchor="ctr"/>
          <a:lstStyle/>
          <a:p>
            <a:pPr indent="0" marL="0">
              <a:buNone/>
            </a:pPr>
            <a:r>
              <a:rPr lang="en-US" sz="2400" dirty="0">
                <a:solidFill>
                  <a:srgbClr val="DEDEDE"/>
                </a:solidFill>
                <a:latin typeface="Aptos" pitchFamily="34" charset="0"/>
                <a:ea typeface="Aptos" pitchFamily="34" charset="-122"/>
                <a:cs typeface="Aptos" pitchFamily="34" charset="-120"/>
              </a:rPr>
              <a:t>Local JavaScript</a:t>
            </a:r>
            <a:endParaRPr lang="en-US" sz="2400" dirty="0"/>
          </a:p>
        </p:txBody>
      </p:sp>
      <p:sp>
        <p:nvSpPr>
          <p:cNvPr id="10" name="Text 7"/>
          <p:cNvSpPr/>
          <p:nvPr/>
        </p:nvSpPr>
        <p:spPr>
          <a:xfrm>
            <a:off x="7936992" y="2240280"/>
            <a:ext cx="3310128" cy="521208"/>
          </a:xfrm>
          <a:prstGeom prst="rect">
            <a:avLst/>
          </a:prstGeom>
          <a:noFill/>
          <a:ln/>
        </p:spPr>
        <p:txBody>
          <a:bodyPr wrap="square" lIns="0" tIns="0" rIns="0" bIns="0" rtlCol="0" anchor="ctr"/>
          <a:lstStyle/>
          <a:p>
            <a:pPr indent="0" marL="0">
              <a:buNone/>
            </a:pPr>
            <a:r>
              <a:rPr lang="en-US" sz="2100" dirty="0">
                <a:solidFill>
                  <a:srgbClr val="B0B0B0"/>
                </a:solidFill>
                <a:latin typeface="Aptos" pitchFamily="34" charset="0"/>
                <a:ea typeface="Aptos" pitchFamily="34" charset="-122"/>
                <a:cs typeface="Aptos" pitchFamily="34" charset="-120"/>
              </a:rPr>
              <a:t>No LLM / no sign-in</a:t>
            </a:r>
            <a:endParaRPr lang="en-US" sz="2100" dirty="0"/>
          </a:p>
        </p:txBody>
      </p:sp>
      <p:sp>
        <p:nvSpPr>
          <p:cNvPr id="11" name="Shape 8"/>
          <p:cNvSpPr/>
          <p:nvPr/>
        </p:nvSpPr>
        <p:spPr>
          <a:xfrm>
            <a:off x="713232" y="3200400"/>
            <a:ext cx="10771632" cy="941832"/>
          </a:xfrm>
          <a:prstGeom prst="roundRect">
            <a:avLst>
              <a:gd name="adj" fmla="val 9709"/>
            </a:avLst>
          </a:prstGeom>
          <a:solidFill>
            <a:srgbClr val="292929"/>
          </a:solidFill>
          <a:ln w="12700">
            <a:solidFill>
              <a:srgbClr val="292929">
                <a:alpha val="0"/>
              </a:srgbClr>
            </a:solidFill>
            <a:prstDash val="solid"/>
          </a:ln>
        </p:spPr>
      </p:sp>
      <p:sp>
        <p:nvSpPr>
          <p:cNvPr id="12" name="Text 9"/>
          <p:cNvSpPr/>
          <p:nvPr/>
        </p:nvSpPr>
        <p:spPr>
          <a:xfrm>
            <a:off x="923544" y="3383280"/>
            <a:ext cx="3337560" cy="521208"/>
          </a:xfrm>
          <a:prstGeom prst="rect">
            <a:avLst/>
          </a:prstGeom>
          <a:noFill/>
          <a:ln/>
        </p:spPr>
        <p:txBody>
          <a:bodyPr wrap="square" lIns="0" tIns="0" rIns="0" bIns="0" rtlCol="0" anchor="ctr"/>
          <a:lstStyle/>
          <a:p>
            <a:pPr indent="0" marL="0">
              <a:buNone/>
            </a:pPr>
            <a:r>
              <a:rPr lang="en-US" sz="2600" b="1" dirty="0">
                <a:solidFill>
                  <a:srgbClr val="DEDEDE"/>
                </a:solidFill>
                <a:latin typeface="Aptos" pitchFamily="34" charset="0"/>
                <a:ea typeface="Aptos" pitchFamily="34" charset="-122"/>
                <a:cs typeface="Aptos" pitchFamily="34" charset="-120"/>
              </a:rPr>
              <a:t>Native rehearsal</a:t>
            </a:r>
            <a:endParaRPr lang="en-US" sz="2600" dirty="0"/>
          </a:p>
        </p:txBody>
      </p:sp>
      <p:sp>
        <p:nvSpPr>
          <p:cNvPr id="13" name="Text 10"/>
          <p:cNvSpPr/>
          <p:nvPr/>
        </p:nvSpPr>
        <p:spPr>
          <a:xfrm>
            <a:off x="4572000" y="3383280"/>
            <a:ext cx="3026664" cy="521208"/>
          </a:xfrm>
          <a:prstGeom prst="rect">
            <a:avLst/>
          </a:prstGeom>
          <a:noFill/>
          <a:ln/>
        </p:spPr>
        <p:txBody>
          <a:bodyPr wrap="square" lIns="0" tIns="0" rIns="0" bIns="0" rtlCol="0" anchor="ctr"/>
          <a:lstStyle/>
          <a:p>
            <a:pPr indent="0" marL="0">
              <a:buNone/>
            </a:pPr>
            <a:r>
              <a:rPr lang="en-US" sz="2400" dirty="0">
                <a:solidFill>
                  <a:srgbClr val="DEDEDE"/>
                </a:solidFill>
                <a:latin typeface="Aptos" pitchFamily="34" charset="0"/>
                <a:ea typeface="Aptos" pitchFamily="34" charset="-122"/>
                <a:cs typeface="Aptos" pitchFamily="34" charset="-120"/>
              </a:rPr>
              <a:t>Copilot runtime</a:t>
            </a:r>
            <a:endParaRPr lang="en-US" sz="2400" dirty="0"/>
          </a:p>
        </p:txBody>
      </p:sp>
      <p:sp>
        <p:nvSpPr>
          <p:cNvPr id="14" name="Text 11"/>
          <p:cNvSpPr/>
          <p:nvPr/>
        </p:nvSpPr>
        <p:spPr>
          <a:xfrm>
            <a:off x="7936992" y="3383280"/>
            <a:ext cx="3310128" cy="521208"/>
          </a:xfrm>
          <a:prstGeom prst="rect">
            <a:avLst/>
          </a:prstGeom>
          <a:noFill/>
          <a:ln/>
        </p:spPr>
        <p:txBody>
          <a:bodyPr wrap="square" lIns="0" tIns="0" rIns="0" bIns="0" rtlCol="0" anchor="ctr"/>
          <a:lstStyle/>
          <a:p>
            <a:pPr indent="0" marL="0">
              <a:buNone/>
            </a:pPr>
            <a:r>
              <a:rPr lang="en-US" sz="2100" dirty="0">
                <a:solidFill>
                  <a:srgbClr val="B0B0B0"/>
                </a:solidFill>
                <a:latin typeface="Aptos" pitchFamily="34" charset="0"/>
                <a:ea typeface="Aptos" pitchFamily="34" charset="-122"/>
                <a:cs typeface="Aptos" pitchFamily="34" charset="-120"/>
              </a:rPr>
              <a:t>No LLM / preview access</a:t>
            </a:r>
            <a:endParaRPr lang="en-US" sz="2100" dirty="0"/>
          </a:p>
        </p:txBody>
      </p:sp>
      <p:sp>
        <p:nvSpPr>
          <p:cNvPr id="15" name="Shape 12"/>
          <p:cNvSpPr/>
          <p:nvPr/>
        </p:nvSpPr>
        <p:spPr>
          <a:xfrm>
            <a:off x="713232" y="4343400"/>
            <a:ext cx="10771632" cy="941832"/>
          </a:xfrm>
          <a:prstGeom prst="roundRect">
            <a:avLst>
              <a:gd name="adj" fmla="val 9709"/>
            </a:avLst>
          </a:prstGeom>
          <a:solidFill>
            <a:srgbClr val="343231"/>
          </a:solidFill>
          <a:ln w="12700">
            <a:solidFill>
              <a:srgbClr val="343231">
                <a:alpha val="0"/>
              </a:srgbClr>
            </a:solidFill>
            <a:prstDash val="solid"/>
          </a:ln>
        </p:spPr>
      </p:sp>
      <p:sp>
        <p:nvSpPr>
          <p:cNvPr id="16" name="Text 13"/>
          <p:cNvSpPr/>
          <p:nvPr/>
        </p:nvSpPr>
        <p:spPr>
          <a:xfrm>
            <a:off x="923544" y="4526280"/>
            <a:ext cx="3337560" cy="521208"/>
          </a:xfrm>
          <a:prstGeom prst="rect">
            <a:avLst/>
          </a:prstGeom>
          <a:noFill/>
          <a:ln/>
        </p:spPr>
        <p:txBody>
          <a:bodyPr wrap="square" lIns="0" tIns="0" rIns="0" bIns="0" rtlCol="0" anchor="ctr"/>
          <a:lstStyle/>
          <a:p>
            <a:pPr indent="0" marL="0">
              <a:buNone/>
            </a:pPr>
            <a:r>
              <a:rPr lang="en-US" sz="2600" b="1" dirty="0">
                <a:solidFill>
                  <a:srgbClr val="FD8EA1"/>
                </a:solidFill>
                <a:latin typeface="Aptos" pitchFamily="34" charset="0"/>
                <a:ea typeface="Aptos" pitchFamily="34" charset="-122"/>
                <a:cs typeface="Aptos" pitchFamily="34" charset="-120"/>
              </a:rPr>
              <a:t>Native live</a:t>
            </a:r>
            <a:endParaRPr lang="en-US" sz="2600" dirty="0"/>
          </a:p>
        </p:txBody>
      </p:sp>
      <p:sp>
        <p:nvSpPr>
          <p:cNvPr id="17" name="Text 14"/>
          <p:cNvSpPr/>
          <p:nvPr/>
        </p:nvSpPr>
        <p:spPr>
          <a:xfrm>
            <a:off x="4572000" y="4526280"/>
            <a:ext cx="3026664" cy="521208"/>
          </a:xfrm>
          <a:prstGeom prst="rect">
            <a:avLst/>
          </a:prstGeom>
          <a:noFill/>
          <a:ln/>
        </p:spPr>
        <p:txBody>
          <a:bodyPr wrap="square" lIns="0" tIns="0" rIns="0" bIns="0" rtlCol="0" anchor="ctr"/>
          <a:lstStyle/>
          <a:p>
            <a:pPr indent="0" marL="0">
              <a:buNone/>
            </a:pPr>
            <a:r>
              <a:rPr lang="en-US" sz="2400" dirty="0">
                <a:solidFill>
                  <a:srgbClr val="DEDEDE"/>
                </a:solidFill>
                <a:latin typeface="Aptos" pitchFamily="34" charset="0"/>
                <a:ea typeface="Aptos" pitchFamily="34" charset="-122"/>
                <a:cs typeface="Aptos" pitchFamily="34" charset="-120"/>
              </a:rPr>
              <a:t>Copilot agents</a:t>
            </a:r>
            <a:endParaRPr lang="en-US" sz="2400" dirty="0"/>
          </a:p>
        </p:txBody>
      </p:sp>
      <p:sp>
        <p:nvSpPr>
          <p:cNvPr id="18" name="Text 15"/>
          <p:cNvSpPr/>
          <p:nvPr/>
        </p:nvSpPr>
        <p:spPr>
          <a:xfrm>
            <a:off x="7936992" y="4526280"/>
            <a:ext cx="3310128" cy="521208"/>
          </a:xfrm>
          <a:prstGeom prst="rect">
            <a:avLst/>
          </a:prstGeom>
          <a:noFill/>
          <a:ln/>
        </p:spPr>
        <p:txBody>
          <a:bodyPr wrap="square" lIns="0" tIns="0" rIns="0" bIns="0" rtlCol="0" anchor="ctr"/>
          <a:lstStyle/>
          <a:p>
            <a:pPr indent="0" marL="0">
              <a:buNone/>
            </a:pPr>
            <a:r>
              <a:rPr lang="en-US" sz="2100" dirty="0">
                <a:solidFill>
                  <a:srgbClr val="B0B0B0"/>
                </a:solidFill>
                <a:latin typeface="Aptos" pitchFamily="34" charset="0"/>
                <a:ea typeface="Aptos" pitchFamily="34" charset="-122"/>
                <a:cs typeface="Aptos" pitchFamily="34" charset="-120"/>
              </a:rPr>
              <a:t>Model calls / AI credits</a:t>
            </a:r>
            <a:endParaRPr lang="en-US" sz="2100" dirty="0"/>
          </a:p>
        </p:txBody>
      </p:sp>
      <p:sp>
        <p:nvSpPr>
          <p:cNvPr id="19" name="Text 16"/>
          <p:cNvSpPr/>
          <p:nvPr/>
        </p:nvSpPr>
        <p:spPr>
          <a:xfrm>
            <a:off x="868680" y="5806440"/>
            <a:ext cx="10442448" cy="402336"/>
          </a:xfrm>
          <a:prstGeom prst="rect">
            <a:avLst/>
          </a:prstGeom>
          <a:noFill/>
          <a:ln/>
        </p:spPr>
        <p:txBody>
          <a:bodyPr wrap="square" lIns="0" tIns="0" rIns="0" bIns="0" rtlCol="0" anchor="ctr"/>
          <a:lstStyle/>
          <a:p>
            <a:pPr indent="0" marL="0">
              <a:buNone/>
            </a:pPr>
            <a:r>
              <a:rPr lang="en-US" sz="2600" b="1" dirty="0">
                <a:solidFill>
                  <a:srgbClr val="DEDEDE"/>
                </a:solidFill>
                <a:latin typeface="Aptos" pitchFamily="34" charset="0"/>
                <a:ea typeface="Aptos" pitchFamily="34" charset="-122"/>
                <a:cs typeface="Aptos" pitchFamily="34" charset="-120"/>
              </a:rPr>
              <a:t>The fallback preserves the lesson—not an illusion of AI.</a:t>
            </a:r>
            <a:endParaRPr lang="en-US" sz="2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4EF"/>
        </a:solidFill>
      </p:bgPr>
    </p:bg>
    <p:spTree>
      <p:nvGrpSpPr>
        <p:cNvPr id="1" name=""/>
        <p:cNvGrpSpPr/>
        <p:nvPr/>
      </p:nvGrpSpPr>
      <p:grpSpPr>
        <a:xfrm>
          <a:off x="0" y="0"/>
          <a:ext cx="0" cy="0"/>
          <a:chOff x="0" y="0"/>
          <a:chExt cx="0" cy="0"/>
        </a:xfrm>
      </p:grpSpPr>
      <p:sp>
        <p:nvSpPr>
          <p:cNvPr id="2" name="Text 0"/>
          <p:cNvSpPr/>
          <p:nvPr/>
        </p:nvSpPr>
        <p:spPr>
          <a:xfrm>
            <a:off x="566928" y="429768"/>
            <a:ext cx="11009376" cy="768096"/>
          </a:xfrm>
          <a:prstGeom prst="rect">
            <a:avLst/>
          </a:prstGeom>
          <a:noFill/>
          <a:ln/>
        </p:spPr>
        <p:txBody>
          <a:bodyPr wrap="square" lIns="0" tIns="0" rIns="0" bIns="0" rtlCol="0" anchor="t"/>
          <a:lstStyle/>
          <a:p>
            <a:pPr indent="0" marL="0">
              <a:buNone/>
            </a:pPr>
            <a:r>
              <a:rPr lang="en-US" sz="4400" b="1" dirty="0">
                <a:solidFill>
                  <a:srgbClr val="242424"/>
                </a:solidFill>
                <a:latin typeface="Aptos Display" pitchFamily="34" charset="0"/>
                <a:ea typeface="Aptos Display" pitchFamily="34" charset="-122"/>
                <a:cs typeface="Aptos Display" pitchFamily="34" charset="-120"/>
              </a:rPr>
              <a:t>Autonomy is not authorization.</a:t>
            </a:r>
            <a:endParaRPr lang="en-US" sz="4400" dirty="0"/>
          </a:p>
        </p:txBody>
      </p:sp>
      <p:sp>
        <p:nvSpPr>
          <p:cNvPr id="3" name="Text 1"/>
          <p:cNvSpPr/>
          <p:nvPr/>
        </p:nvSpPr>
        <p:spPr>
          <a:xfrm>
            <a:off x="566928" y="6446520"/>
            <a:ext cx="4663440" cy="201168"/>
          </a:xfrm>
          <a:prstGeom prst="rect">
            <a:avLst/>
          </a:prstGeom>
          <a:noFill/>
          <a:ln/>
        </p:spPr>
        <p:txBody>
          <a:bodyPr wrap="square" lIns="0" tIns="0" rIns="0" bIns="0" rtlCol="0" anchor="ctr"/>
          <a:lstStyle/>
          <a:p>
            <a:pPr indent="0" marL="0">
              <a:buNone/>
            </a:pPr>
            <a:r>
              <a:rPr lang="en-US" sz="1100" spc="80" kern="0" dirty="0">
                <a:solidFill>
                  <a:srgbClr val="5C5C5C"/>
                </a:solidFill>
                <a:latin typeface="Aptos" pitchFamily="34" charset="0"/>
                <a:ea typeface="Aptos" pitchFamily="34" charset="-122"/>
                <a:cs typeface="Aptos" pitchFamily="34" charset="-120"/>
              </a:rPr>
              <a:t>LAUNCH RESCUE / GITHUB COPILOT</a:t>
            </a:r>
            <a:endParaRPr lang="en-US" sz="1100" dirty="0"/>
          </a:p>
        </p:txBody>
      </p:sp>
      <p:sp>
        <p:nvSpPr>
          <p:cNvPr id="4" name="Text 2">
            <a:hlinkClick r:id="rId1" tooltip=""/>
          </p:cNvPr>
          <p:cNvSpPr/>
          <p:nvPr/>
        </p:nvSpPr>
        <p:spPr>
          <a:xfrm>
            <a:off x="6437376" y="6446520"/>
            <a:ext cx="4599432" cy="201168"/>
          </a:xfrm>
          <a:prstGeom prst="rect">
            <a:avLst/>
          </a:prstGeom>
          <a:noFill/>
          <a:ln/>
        </p:spPr>
        <p:txBody>
          <a:bodyPr wrap="square" lIns="0" tIns="0" rIns="0" bIns="0" rtlCol="0" anchor="ctr"/>
          <a:lstStyle/>
          <a:p>
            <a:pPr algn="r" indent="0" marL="0">
              <a:buNone/>
            </a:pPr>
            <a:r>
              <a:rPr lang="en-US" sz="1100" u="sng" dirty="0">
                <a:solidFill>
                  <a:srgbClr val="5C5C5C"/>
                </a:solid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S1 · S4 · S5 · S12  |  10 OCT 2026</a:t>
            </a:r>
            <a:endParaRPr lang="en-US" sz="1100" dirty="0"/>
          </a:p>
        </p:txBody>
      </p:sp>
      <p:sp>
        <p:nvSpPr>
          <p:cNvPr id="5" name="Text 3"/>
          <p:cNvSpPr/>
          <p:nvPr/>
        </p:nvSpPr>
        <p:spPr>
          <a:xfrm>
            <a:off x="11137392" y="6419088"/>
            <a:ext cx="457200" cy="256032"/>
          </a:xfrm>
          <a:prstGeom prst="rect">
            <a:avLst/>
          </a:prstGeom>
          <a:noFill/>
          <a:ln/>
        </p:spPr>
        <p:txBody>
          <a:bodyPr wrap="square" lIns="0" tIns="0" rIns="0" bIns="0" rtlCol="0" anchor="ctr"/>
          <a:lstStyle/>
          <a:p>
            <a:pPr algn="r" indent="0" marL="0">
              <a:buNone/>
            </a:pPr>
            <a:r>
              <a:rPr lang="en-US" sz="1300" dirty="0">
                <a:solidFill>
                  <a:srgbClr val="5C5C5C"/>
                </a:solidFill>
                <a:latin typeface="Aptos" pitchFamily="34" charset="0"/>
                <a:ea typeface="Aptos" pitchFamily="34" charset="-122"/>
                <a:cs typeface="Aptos" pitchFamily="34" charset="-120"/>
              </a:rPr>
              <a:t>17</a:t>
            </a:r>
            <a:endParaRPr lang="en-US" sz="1300" dirty="0"/>
          </a:p>
        </p:txBody>
      </p:sp>
      <p:sp>
        <p:nvSpPr>
          <p:cNvPr id="7" name="Shape 4"/>
          <p:cNvSpPr/>
          <p:nvPr/>
        </p:nvSpPr>
        <p:spPr>
          <a:xfrm>
            <a:off x="722376" y="1956816"/>
            <a:ext cx="10725912" cy="1536192"/>
          </a:xfrm>
          <a:prstGeom prst="roundRect">
            <a:avLst>
              <a:gd name="adj" fmla="val 5952"/>
            </a:avLst>
          </a:prstGeom>
          <a:solidFill>
            <a:srgbClr val="FFFFFF"/>
          </a:solidFill>
          <a:ln w="25400">
            <a:solidFill>
              <a:srgbClr val="B11F4B"/>
            </a:solidFill>
            <a:prstDash val="solid"/>
          </a:ln>
        </p:spPr>
      </p:sp>
      <p:sp>
        <p:nvSpPr>
          <p:cNvPr id="8" name="Text 5"/>
          <p:cNvSpPr/>
          <p:nvPr/>
        </p:nvSpPr>
        <p:spPr>
          <a:xfrm>
            <a:off x="996696" y="2212848"/>
            <a:ext cx="10204704" cy="960120"/>
          </a:xfrm>
          <a:prstGeom prst="rect">
            <a:avLst/>
          </a:prstGeom>
          <a:noFill/>
          <a:ln/>
        </p:spPr>
        <p:txBody>
          <a:bodyPr wrap="square" lIns="0" tIns="0" rIns="0" bIns="0" rtlCol="0" anchor="ctr"/>
          <a:lstStyle/>
          <a:p>
            <a:pPr indent="0" marL="0">
              <a:buNone/>
            </a:pPr>
            <a:r>
              <a:rPr lang="en-US" sz="3100" b="1" dirty="0">
                <a:solidFill>
                  <a:srgbClr val="242424"/>
                </a:solidFill>
                <a:latin typeface="Aptos" pitchFamily="34" charset="0"/>
                <a:ea typeface="Aptos" pitchFamily="34" charset="-122"/>
                <a:cs typeface="Aptos" pitchFamily="34" charset="-120"/>
              </a:rPr>
              <a:t>tools: [] constrains agents.</a:t>
            </a:r>
            <a:endParaRPr lang="en-US" sz="3100" dirty="0"/>
          </a:p>
          <a:p>
            <a:pPr indent="0" marL="0">
              <a:buNone/>
            </a:pPr>
            <a:r>
              <a:rPr lang="en-US" sz="3100" b="1" dirty="0">
                <a:solidFill>
                  <a:srgbClr val="242424"/>
                </a:solidFill>
                <a:latin typeface="Aptos" pitchFamily="34" charset="0"/>
                <a:ea typeface="Aptos" pitchFamily="34" charset="-122"/>
                <a:cs typeface="Aptos" pitchFamily="34" charset="-120"/>
              </a:rPr>
              <a:t>It does not sandbox extension code.</a:t>
            </a:r>
            <a:endParaRPr lang="en-US" sz="3100" dirty="0"/>
          </a:p>
        </p:txBody>
      </p:sp>
      <p:sp>
        <p:nvSpPr>
          <p:cNvPr id="9" name="Shape 6"/>
          <p:cNvSpPr/>
          <p:nvPr/>
        </p:nvSpPr>
        <p:spPr>
          <a:xfrm>
            <a:off x="832104" y="4251960"/>
            <a:ext cx="3337560" cy="950976"/>
          </a:xfrm>
          <a:prstGeom prst="roundRect">
            <a:avLst>
              <a:gd name="adj" fmla="val 9615"/>
            </a:avLst>
          </a:prstGeom>
          <a:solidFill>
            <a:srgbClr val="FFFFFF"/>
          </a:solidFill>
          <a:ln w="16510">
            <a:solidFill>
              <a:srgbClr val="DEDEDE"/>
            </a:solidFill>
            <a:prstDash val="solid"/>
          </a:ln>
        </p:spPr>
      </p:sp>
      <p:sp>
        <p:nvSpPr>
          <p:cNvPr id="10" name="Text 7"/>
          <p:cNvSpPr/>
          <p:nvPr/>
        </p:nvSpPr>
        <p:spPr>
          <a:xfrm>
            <a:off x="950976" y="4343400"/>
            <a:ext cx="3099816" cy="768096"/>
          </a:xfrm>
          <a:prstGeom prst="rect">
            <a:avLst/>
          </a:prstGeom>
          <a:noFill/>
          <a:ln/>
        </p:spPr>
        <p:txBody>
          <a:bodyPr wrap="square" lIns="0" tIns="0" rIns="0" bIns="0" rtlCol="0" anchor="ctr"/>
          <a:lstStyle/>
          <a:p>
            <a:pPr algn="ctr" indent="0" marL="0">
              <a:buNone/>
            </a:pPr>
            <a:r>
              <a:rPr lang="en-US" sz="2300" b="1" dirty="0">
                <a:solidFill>
                  <a:srgbClr val="242424"/>
                </a:solidFill>
                <a:latin typeface="Aptos" pitchFamily="34" charset="0"/>
                <a:ea typeface="Aptos" pitchFamily="34" charset="-122"/>
                <a:cs typeface="Aptos" pitchFamily="34" charset="-120"/>
              </a:rPr>
              <a:t>Review trusted code</a:t>
            </a:r>
            <a:endParaRPr lang="en-US" sz="2300" dirty="0"/>
          </a:p>
        </p:txBody>
      </p:sp>
      <p:sp>
        <p:nvSpPr>
          <p:cNvPr id="11" name="Shape 8"/>
          <p:cNvSpPr/>
          <p:nvPr/>
        </p:nvSpPr>
        <p:spPr>
          <a:xfrm>
            <a:off x="4443984" y="4251960"/>
            <a:ext cx="3337560" cy="950976"/>
          </a:xfrm>
          <a:prstGeom prst="roundRect">
            <a:avLst>
              <a:gd name="adj" fmla="val 9615"/>
            </a:avLst>
          </a:prstGeom>
          <a:solidFill>
            <a:srgbClr val="FFFFFF"/>
          </a:solidFill>
          <a:ln w="16510">
            <a:solidFill>
              <a:srgbClr val="DEDEDE"/>
            </a:solidFill>
            <a:prstDash val="solid"/>
          </a:ln>
        </p:spPr>
      </p:sp>
      <p:sp>
        <p:nvSpPr>
          <p:cNvPr id="12" name="Text 9"/>
          <p:cNvSpPr/>
          <p:nvPr/>
        </p:nvSpPr>
        <p:spPr>
          <a:xfrm>
            <a:off x="4562856" y="4343400"/>
            <a:ext cx="3099816" cy="768096"/>
          </a:xfrm>
          <a:prstGeom prst="rect">
            <a:avLst/>
          </a:prstGeom>
          <a:noFill/>
          <a:ln/>
        </p:spPr>
        <p:txBody>
          <a:bodyPr wrap="square" lIns="0" tIns="0" rIns="0" bIns="0" rtlCol="0" anchor="ctr"/>
          <a:lstStyle/>
          <a:p>
            <a:pPr algn="ctr" indent="0" marL="0">
              <a:buNone/>
            </a:pPr>
            <a:r>
              <a:rPr lang="en-US" sz="2300" b="1" dirty="0">
                <a:solidFill>
                  <a:srgbClr val="242424"/>
                </a:solidFill>
                <a:latin typeface="Aptos" pitchFamily="34" charset="0"/>
                <a:ea typeface="Aptos" pitchFamily="34" charset="-122"/>
                <a:cs typeface="Aptos" pitchFamily="34" charset="-120"/>
              </a:rPr>
              <a:t>Scope permissions</a:t>
            </a:r>
            <a:endParaRPr lang="en-US" sz="2300" dirty="0"/>
          </a:p>
        </p:txBody>
      </p:sp>
      <p:sp>
        <p:nvSpPr>
          <p:cNvPr id="13" name="Shape 10"/>
          <p:cNvSpPr/>
          <p:nvPr/>
        </p:nvSpPr>
        <p:spPr>
          <a:xfrm>
            <a:off x="8055864" y="4251960"/>
            <a:ext cx="3337560" cy="950976"/>
          </a:xfrm>
          <a:prstGeom prst="roundRect">
            <a:avLst>
              <a:gd name="adj" fmla="val 9615"/>
            </a:avLst>
          </a:prstGeom>
          <a:solidFill>
            <a:srgbClr val="B11F4B"/>
          </a:solidFill>
          <a:ln w="16510">
            <a:solidFill>
              <a:srgbClr val="B11F4B"/>
            </a:solidFill>
            <a:prstDash val="solid"/>
          </a:ln>
        </p:spPr>
      </p:sp>
      <p:sp>
        <p:nvSpPr>
          <p:cNvPr id="14" name="Text 11"/>
          <p:cNvSpPr/>
          <p:nvPr/>
        </p:nvSpPr>
        <p:spPr>
          <a:xfrm>
            <a:off x="8174736" y="4343400"/>
            <a:ext cx="3099816" cy="768096"/>
          </a:xfrm>
          <a:prstGeom prst="rect">
            <a:avLst/>
          </a:prstGeom>
          <a:noFill/>
          <a:ln/>
        </p:spPr>
        <p:txBody>
          <a:bodyPr wrap="square" lIns="0" tIns="0" rIns="0" bIns="0" rtlCol="0" anchor="ctr"/>
          <a:lstStyle/>
          <a:p>
            <a:pPr algn="ctr" indent="0" marL="0">
              <a:buNone/>
            </a:pPr>
            <a:r>
              <a:rPr lang="en-US" sz="2300" b="1" dirty="0">
                <a:solidFill>
                  <a:srgbClr val="F7F4EF"/>
                </a:solidFill>
                <a:latin typeface="Aptos" pitchFamily="34" charset="0"/>
                <a:ea typeface="Aptos" pitchFamily="34" charset="-122"/>
                <a:cs typeface="Aptos" pitchFamily="34" charset="-120"/>
              </a:rPr>
              <a:t>Gate consequences</a:t>
            </a:r>
            <a:endParaRPr lang="en-US" sz="2300" dirty="0"/>
          </a:p>
        </p:txBody>
      </p:sp>
      <p:sp>
        <p:nvSpPr>
          <p:cNvPr id="15" name="Text 12"/>
          <p:cNvSpPr/>
          <p:nvPr/>
        </p:nvSpPr>
        <p:spPr>
          <a:xfrm>
            <a:off x="886968" y="5605272"/>
            <a:ext cx="10515600" cy="438912"/>
          </a:xfrm>
          <a:prstGeom prst="rect">
            <a:avLst/>
          </a:prstGeom>
          <a:noFill/>
          <a:ln/>
        </p:spPr>
        <p:txBody>
          <a:bodyPr wrap="square" lIns="0" tIns="0" rIns="0" bIns="0" rtlCol="0" anchor="ctr"/>
          <a:lstStyle/>
          <a:p>
            <a:pPr indent="0" marL="0">
              <a:buNone/>
            </a:pPr>
            <a:r>
              <a:rPr lang="en-US" sz="2500" dirty="0">
                <a:solidFill>
                  <a:srgbClr val="5C5C5C"/>
                </a:solidFill>
                <a:latin typeface="Aptos" pitchFamily="34" charset="0"/>
                <a:ea typeface="Aptos" pitchFamily="34" charset="-122"/>
                <a:cs typeface="Aptos" pitchFamily="34" charset="-120"/>
              </a:rPr>
              <a:t>No generated code execution. No deployment. No remote writes.</a:t>
            </a:r>
            <a:endParaRPr lang="en-US" sz="2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3D3B3A"/>
        </a:solidFill>
      </p:bgPr>
    </p:bg>
    <p:spTree>
      <p:nvGrpSpPr>
        <p:cNvPr id="1" name=""/>
        <p:cNvGrpSpPr/>
        <p:nvPr/>
      </p:nvGrpSpPr>
      <p:grpSpPr>
        <a:xfrm>
          <a:off x="0" y="0"/>
          <a:ext cx="0" cy="0"/>
          <a:chOff x="0" y="0"/>
          <a:chExt cx="0" cy="0"/>
        </a:xfrm>
      </p:grpSpPr>
      <p:sp>
        <p:nvSpPr>
          <p:cNvPr id="2" name="Text 0"/>
          <p:cNvSpPr/>
          <p:nvPr/>
        </p:nvSpPr>
        <p:spPr>
          <a:xfrm>
            <a:off x="566928" y="429768"/>
            <a:ext cx="11009376" cy="768096"/>
          </a:xfrm>
          <a:prstGeom prst="rect">
            <a:avLst/>
          </a:prstGeom>
          <a:noFill/>
          <a:ln/>
        </p:spPr>
        <p:txBody>
          <a:bodyPr wrap="square" lIns="0" tIns="0" rIns="0" bIns="0" rtlCol="0" anchor="t"/>
          <a:lstStyle/>
          <a:p>
            <a:pPr indent="0" marL="0">
              <a:buNone/>
            </a:pPr>
            <a:r>
              <a:rPr lang="en-US" sz="4400" b="1" dirty="0">
                <a:solidFill>
                  <a:srgbClr val="DEDEDE"/>
                </a:solidFill>
                <a:latin typeface="Aptos Display" pitchFamily="34" charset="0"/>
                <a:ea typeface="Aptos Display" pitchFamily="34" charset="-122"/>
                <a:cs typeface="Aptos Display" pitchFamily="34" charset="-120"/>
              </a:rPr>
              <a:t>Make the workflow a team asset.</a:t>
            </a:r>
            <a:endParaRPr lang="en-US" sz="4400" dirty="0"/>
          </a:p>
        </p:txBody>
      </p:sp>
      <p:sp>
        <p:nvSpPr>
          <p:cNvPr id="3" name="Text 1"/>
          <p:cNvSpPr/>
          <p:nvPr/>
        </p:nvSpPr>
        <p:spPr>
          <a:xfrm>
            <a:off x="566928" y="6446520"/>
            <a:ext cx="4663440" cy="201168"/>
          </a:xfrm>
          <a:prstGeom prst="rect">
            <a:avLst/>
          </a:prstGeom>
          <a:noFill/>
          <a:ln/>
        </p:spPr>
        <p:txBody>
          <a:bodyPr wrap="square" lIns="0" tIns="0" rIns="0" bIns="0" rtlCol="0" anchor="ctr"/>
          <a:lstStyle/>
          <a:p>
            <a:pPr indent="0" marL="0">
              <a:buNone/>
            </a:pPr>
            <a:r>
              <a:rPr lang="en-US" sz="1100" spc="80" kern="0" dirty="0">
                <a:solidFill>
                  <a:srgbClr val="B0B0B0"/>
                </a:solidFill>
                <a:latin typeface="Aptos" pitchFamily="34" charset="0"/>
                <a:ea typeface="Aptos" pitchFamily="34" charset="-122"/>
                <a:cs typeface="Aptos" pitchFamily="34" charset="-120"/>
              </a:rPr>
              <a:t>LAUNCH RESCUE / GITHUB COPILOT</a:t>
            </a:r>
            <a:endParaRPr lang="en-US" sz="1100" dirty="0"/>
          </a:p>
        </p:txBody>
      </p:sp>
      <p:sp>
        <p:nvSpPr>
          <p:cNvPr id="4" name="Text 2">
            <a:hlinkClick r:id="rId1" tooltip=""/>
          </p:cNvPr>
          <p:cNvSpPr/>
          <p:nvPr/>
        </p:nvSpPr>
        <p:spPr>
          <a:xfrm>
            <a:off x="6437376" y="6446520"/>
            <a:ext cx="4599432" cy="201168"/>
          </a:xfrm>
          <a:prstGeom prst="rect">
            <a:avLst/>
          </a:prstGeom>
          <a:noFill/>
          <a:ln/>
        </p:spPr>
        <p:txBody>
          <a:bodyPr wrap="square" lIns="0" tIns="0" rIns="0" bIns="0" rtlCol="0" anchor="ctr"/>
          <a:lstStyle/>
          <a:p>
            <a:pPr algn="r" indent="0" marL="0">
              <a:buNone/>
            </a:pPr>
            <a:r>
              <a:rPr lang="en-US" sz="1100" u="sng" dirty="0">
                <a:solidFill>
                  <a:srgbClr val="B0B0B0"/>
                </a:solid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S2 · S4 · S9 · S12  |  10 OCT 2026</a:t>
            </a:r>
            <a:endParaRPr lang="en-US" sz="1100" dirty="0"/>
          </a:p>
        </p:txBody>
      </p:sp>
      <p:sp>
        <p:nvSpPr>
          <p:cNvPr id="5" name="Text 3"/>
          <p:cNvSpPr/>
          <p:nvPr/>
        </p:nvSpPr>
        <p:spPr>
          <a:xfrm>
            <a:off x="11137392" y="6419088"/>
            <a:ext cx="457200" cy="256032"/>
          </a:xfrm>
          <a:prstGeom prst="rect">
            <a:avLst/>
          </a:prstGeom>
          <a:noFill/>
          <a:ln/>
        </p:spPr>
        <p:txBody>
          <a:bodyPr wrap="square" lIns="0" tIns="0" rIns="0" bIns="0" rtlCol="0" anchor="ctr"/>
          <a:lstStyle/>
          <a:p>
            <a:pPr algn="r" indent="0" marL="0">
              <a:buNone/>
            </a:pPr>
            <a:r>
              <a:rPr lang="en-US" sz="1300" dirty="0">
                <a:solidFill>
                  <a:srgbClr val="B0B0B0"/>
                </a:solidFill>
                <a:latin typeface="Aptos" pitchFamily="34" charset="0"/>
                <a:ea typeface="Aptos" pitchFamily="34" charset="-122"/>
                <a:cs typeface="Aptos" pitchFamily="34" charset="-120"/>
              </a:rPr>
              <a:t>18</a:t>
            </a:r>
            <a:endParaRPr lang="en-US" sz="1300" dirty="0"/>
          </a:p>
        </p:txBody>
      </p:sp>
      <p:sp>
        <p:nvSpPr>
          <p:cNvPr id="7" name="Shape 4"/>
          <p:cNvSpPr/>
          <p:nvPr/>
        </p:nvSpPr>
        <p:spPr>
          <a:xfrm>
            <a:off x="694944" y="1856232"/>
            <a:ext cx="10826496" cy="1069848"/>
          </a:xfrm>
          <a:prstGeom prst="roundRect">
            <a:avLst>
              <a:gd name="adj" fmla="val 8547"/>
            </a:avLst>
          </a:prstGeom>
          <a:solidFill>
            <a:srgbClr val="292929"/>
          </a:solidFill>
          <a:ln w="12700">
            <a:solidFill>
              <a:srgbClr val="292929">
                <a:alpha val="0"/>
              </a:srgbClr>
            </a:solidFill>
            <a:prstDash val="solid"/>
          </a:ln>
        </p:spPr>
      </p:sp>
      <p:sp>
        <p:nvSpPr>
          <p:cNvPr id="8" name="Text 5"/>
          <p:cNvSpPr/>
          <p:nvPr/>
        </p:nvSpPr>
        <p:spPr>
          <a:xfrm>
            <a:off x="914400" y="2029968"/>
            <a:ext cx="10277856" cy="402336"/>
          </a:xfrm>
          <a:prstGeom prst="rect">
            <a:avLst/>
          </a:prstGeom>
          <a:noFill/>
          <a:ln/>
        </p:spPr>
        <p:txBody>
          <a:bodyPr wrap="square" lIns="0" tIns="0" rIns="0" bIns="0" rtlCol="0" anchor="ctr"/>
          <a:lstStyle/>
          <a:p>
            <a:pPr indent="0" marL="0">
              <a:buNone/>
            </a:pPr>
            <a:r>
              <a:rPr lang="en-US" sz="2400" dirty="0">
                <a:solidFill>
                  <a:srgbClr val="FD8EA1"/>
                </a:solidFill>
                <a:latin typeface="Consolas" pitchFamily="34" charset="0"/>
                <a:ea typeface="Consolas" pitchFamily="34" charset="-122"/>
                <a:cs typeface="Consolas" pitchFamily="34" charset="-120"/>
              </a:rPr>
              <a:t>.github\extensions\launch-rescue\extension.mjs</a:t>
            </a:r>
            <a:endParaRPr lang="en-US" sz="2400" dirty="0"/>
          </a:p>
        </p:txBody>
      </p:sp>
      <p:sp>
        <p:nvSpPr>
          <p:cNvPr id="9" name="Text 6"/>
          <p:cNvSpPr/>
          <p:nvPr/>
        </p:nvSpPr>
        <p:spPr>
          <a:xfrm>
            <a:off x="914400" y="2514600"/>
            <a:ext cx="9966960" cy="365760"/>
          </a:xfrm>
          <a:prstGeom prst="rect">
            <a:avLst/>
          </a:prstGeom>
          <a:noFill/>
          <a:ln/>
        </p:spPr>
        <p:txBody>
          <a:bodyPr wrap="square" lIns="0" tIns="0" rIns="0" bIns="0" rtlCol="0" anchor="ctr"/>
          <a:lstStyle/>
          <a:p>
            <a:pPr indent="0" marL="0">
              <a:buNone/>
            </a:pPr>
            <a:r>
              <a:rPr lang="en-US" sz="2000" dirty="0">
                <a:solidFill>
                  <a:srgbClr val="B0B0B0"/>
                </a:solidFill>
                <a:latin typeface="Aptos" pitchFamily="34" charset="0"/>
                <a:ea typeface="Aptos" pitchFamily="34" charset="-122"/>
                <a:cs typeface="Aptos" pitchFamily="34" charset="-120"/>
              </a:rPr>
              <a:t>Reusable process</a:t>
            </a:r>
            <a:endParaRPr lang="en-US" sz="2000" dirty="0"/>
          </a:p>
        </p:txBody>
      </p:sp>
      <p:sp>
        <p:nvSpPr>
          <p:cNvPr id="10" name="Shape 7"/>
          <p:cNvSpPr/>
          <p:nvPr/>
        </p:nvSpPr>
        <p:spPr>
          <a:xfrm>
            <a:off x="694944" y="3163824"/>
            <a:ext cx="10826496" cy="1069848"/>
          </a:xfrm>
          <a:prstGeom prst="roundRect">
            <a:avLst>
              <a:gd name="adj" fmla="val 8547"/>
            </a:avLst>
          </a:prstGeom>
          <a:solidFill>
            <a:srgbClr val="292929"/>
          </a:solidFill>
          <a:ln w="12700">
            <a:solidFill>
              <a:srgbClr val="292929">
                <a:alpha val="0"/>
              </a:srgbClr>
            </a:solidFill>
            <a:prstDash val="solid"/>
          </a:ln>
        </p:spPr>
      </p:sp>
      <p:sp>
        <p:nvSpPr>
          <p:cNvPr id="11" name="Text 8"/>
          <p:cNvSpPr/>
          <p:nvPr/>
        </p:nvSpPr>
        <p:spPr>
          <a:xfrm>
            <a:off x="914400" y="3337560"/>
            <a:ext cx="10277856" cy="402336"/>
          </a:xfrm>
          <a:prstGeom prst="rect">
            <a:avLst/>
          </a:prstGeom>
          <a:noFill/>
          <a:ln/>
        </p:spPr>
        <p:txBody>
          <a:bodyPr wrap="square" lIns="0" tIns="0" rIns="0" bIns="0" rtlCol="0" anchor="ctr"/>
          <a:lstStyle/>
          <a:p>
            <a:pPr indent="0" marL="0">
              <a:buNone/>
            </a:pPr>
            <a:r>
              <a:rPr lang="en-US" sz="2400" dirty="0">
                <a:solidFill>
                  <a:srgbClr val="FD8EA1"/>
                </a:solidFill>
                <a:latin typeface="Consolas" pitchFamily="34" charset="0"/>
                <a:ea typeface="Consolas" pitchFamily="34" charset="-122"/>
                <a:cs typeface="Consolas" pitchFamily="34" charset="-120"/>
              </a:rPr>
              <a:t>.github\agents\launch-analyst.agent.md</a:t>
            </a:r>
            <a:endParaRPr lang="en-US" sz="2400" dirty="0"/>
          </a:p>
        </p:txBody>
      </p:sp>
      <p:sp>
        <p:nvSpPr>
          <p:cNvPr id="12" name="Text 9"/>
          <p:cNvSpPr/>
          <p:nvPr/>
        </p:nvSpPr>
        <p:spPr>
          <a:xfrm>
            <a:off x="914400" y="3822192"/>
            <a:ext cx="9966960" cy="365760"/>
          </a:xfrm>
          <a:prstGeom prst="rect">
            <a:avLst/>
          </a:prstGeom>
          <a:noFill/>
          <a:ln/>
        </p:spPr>
        <p:txBody>
          <a:bodyPr wrap="square" lIns="0" tIns="0" rIns="0" bIns="0" rtlCol="0" anchor="ctr"/>
          <a:lstStyle/>
          <a:p>
            <a:pPr indent="0" marL="0">
              <a:buNone/>
            </a:pPr>
            <a:r>
              <a:rPr lang="en-US" sz="2000" dirty="0">
                <a:solidFill>
                  <a:srgbClr val="B0B0B0"/>
                </a:solidFill>
                <a:latin typeface="Aptos" pitchFamily="34" charset="0"/>
                <a:ea typeface="Aptos" pitchFamily="34" charset="-122"/>
                <a:cs typeface="Aptos" pitchFamily="34" charset="-120"/>
              </a:rPr>
              <a:t>Scoped expertise</a:t>
            </a:r>
            <a:endParaRPr lang="en-US" sz="2000" dirty="0"/>
          </a:p>
        </p:txBody>
      </p:sp>
      <p:sp>
        <p:nvSpPr>
          <p:cNvPr id="13" name="Shape 10"/>
          <p:cNvSpPr/>
          <p:nvPr/>
        </p:nvSpPr>
        <p:spPr>
          <a:xfrm>
            <a:off x="694944" y="4471416"/>
            <a:ext cx="10826496" cy="1069848"/>
          </a:xfrm>
          <a:prstGeom prst="roundRect">
            <a:avLst>
              <a:gd name="adj" fmla="val 8547"/>
            </a:avLst>
          </a:prstGeom>
          <a:solidFill>
            <a:srgbClr val="292929"/>
          </a:solidFill>
          <a:ln w="12700">
            <a:solidFill>
              <a:srgbClr val="292929">
                <a:alpha val="0"/>
              </a:srgbClr>
            </a:solidFill>
            <a:prstDash val="solid"/>
          </a:ln>
        </p:spPr>
      </p:sp>
      <p:sp>
        <p:nvSpPr>
          <p:cNvPr id="14" name="Text 11"/>
          <p:cNvSpPr/>
          <p:nvPr/>
        </p:nvSpPr>
        <p:spPr>
          <a:xfrm>
            <a:off x="914400" y="4645152"/>
            <a:ext cx="10277856" cy="402336"/>
          </a:xfrm>
          <a:prstGeom prst="rect">
            <a:avLst/>
          </a:prstGeom>
          <a:noFill/>
          <a:ln/>
        </p:spPr>
        <p:txBody>
          <a:bodyPr wrap="square" lIns="0" tIns="0" rIns="0" bIns="0" rtlCol="0" anchor="ctr"/>
          <a:lstStyle/>
          <a:p>
            <a:pPr indent="0" marL="0">
              <a:buNone/>
            </a:pPr>
            <a:r>
              <a:rPr lang="en-US" sz="2400" dirty="0">
                <a:solidFill>
                  <a:srgbClr val="FD8EA1"/>
                </a:solidFill>
                <a:latin typeface="Consolas" pitchFamily="34" charset="0"/>
                <a:ea typeface="Consolas" pitchFamily="34" charset="-122"/>
                <a:cs typeface="Consolas" pitchFamily="34" charset="-120"/>
              </a:rPr>
              <a:t>.github\github-app.yml</a:t>
            </a:r>
            <a:endParaRPr lang="en-US" sz="2400" dirty="0"/>
          </a:p>
        </p:txBody>
      </p:sp>
      <p:sp>
        <p:nvSpPr>
          <p:cNvPr id="15" name="Text 12"/>
          <p:cNvSpPr/>
          <p:nvPr/>
        </p:nvSpPr>
        <p:spPr>
          <a:xfrm>
            <a:off x="914400" y="5129784"/>
            <a:ext cx="9966960" cy="365760"/>
          </a:xfrm>
          <a:prstGeom prst="rect">
            <a:avLst/>
          </a:prstGeom>
          <a:noFill/>
          <a:ln/>
        </p:spPr>
        <p:txBody>
          <a:bodyPr wrap="square" lIns="0" tIns="0" rIns="0" bIns="0" rtlCol="0" anchor="ctr"/>
          <a:lstStyle/>
          <a:p>
            <a:pPr indent="0" marL="0">
              <a:buNone/>
            </a:pPr>
            <a:r>
              <a:rPr lang="en-US" sz="2000" dirty="0">
                <a:solidFill>
                  <a:srgbClr val="B0B0B0"/>
                </a:solidFill>
                <a:latin typeface="Aptos" pitchFamily="34" charset="0"/>
                <a:ea typeface="Aptos" pitchFamily="34" charset="-122"/>
                <a:cs typeface="Aptos" pitchFamily="34" charset="-120"/>
              </a:rPr>
              <a:t>Project launch experience</a:t>
            </a:r>
            <a:endParaRPr lang="en-US" sz="2000" dirty="0"/>
          </a:p>
        </p:txBody>
      </p:sp>
      <p:sp>
        <p:nvSpPr>
          <p:cNvPr id="16" name="Text 13"/>
          <p:cNvSpPr/>
          <p:nvPr/>
        </p:nvSpPr>
        <p:spPr>
          <a:xfrm>
            <a:off x="868680" y="5888736"/>
            <a:ext cx="10497312" cy="438912"/>
          </a:xfrm>
          <a:prstGeom prst="rect">
            <a:avLst/>
          </a:prstGeom>
          <a:noFill/>
          <a:ln/>
        </p:spPr>
        <p:txBody>
          <a:bodyPr wrap="square" lIns="0" tIns="0" rIns="0" bIns="0" rtlCol="0" anchor="ctr"/>
          <a:lstStyle/>
          <a:p>
            <a:pPr indent="0" marL="0">
              <a:buNone/>
            </a:pPr>
            <a:r>
              <a:rPr lang="en-US" sz="2300" b="1" dirty="0">
                <a:solidFill>
                  <a:srgbClr val="DEDEDE"/>
                </a:solidFill>
                <a:latin typeface="Aptos" pitchFamily="34" charset="0"/>
                <a:ea typeface="Aptos" pitchFamily="34" charset="-122"/>
                <a:cs typeface="Aptos" pitchFamily="34" charset="-120"/>
              </a:rPr>
              <a:t>Share the definition. Review the trust. Rehearse the run.</a:t>
            </a:r>
            <a:endParaRPr lang="en-US" sz="2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3D3B3A"/>
        </a:solidFill>
      </p:bgPr>
    </p:bg>
    <p:spTree>
      <p:nvGrpSpPr>
        <p:cNvPr id="1" name=""/>
        <p:cNvGrpSpPr/>
        <p:nvPr/>
      </p:nvGrpSpPr>
      <p:grpSpPr>
        <a:xfrm>
          <a:off x="0" y="0"/>
          <a:ext cx="0" cy="0"/>
          <a:chOff x="0" y="0"/>
          <a:chExt cx="0" cy="0"/>
        </a:xfrm>
      </p:grpSpPr>
      <p:sp>
        <p:nvSpPr>
          <p:cNvPr id="2" name="Text 0"/>
          <p:cNvSpPr/>
          <p:nvPr/>
        </p:nvSpPr>
        <p:spPr>
          <a:xfrm>
            <a:off x="566928" y="429768"/>
            <a:ext cx="11009376" cy="1261872"/>
          </a:xfrm>
          <a:prstGeom prst="rect">
            <a:avLst/>
          </a:prstGeom>
          <a:noFill/>
          <a:ln/>
        </p:spPr>
        <p:txBody>
          <a:bodyPr wrap="square" lIns="0" tIns="0" rIns="0" bIns="0" rtlCol="0" anchor="t"/>
          <a:lstStyle/>
          <a:p>
            <a:pPr indent="0" marL="0">
              <a:buNone/>
            </a:pPr>
            <a:r>
              <a:rPr lang="en-US" sz="4200" b="1" dirty="0">
                <a:solidFill>
                  <a:srgbClr val="DEDEDE"/>
                </a:solidFill>
                <a:latin typeface="Aptos Display" pitchFamily="34" charset="0"/>
                <a:ea typeface="Aptos Display" pitchFamily="34" charset="-122"/>
                <a:cs typeface="Aptos Display" pitchFamily="34" charset="-120"/>
              </a:rPr>
              <a:t>On GitHub Actions,</a:t>
            </a:r>
            <a:endParaRPr lang="en-US" sz="4200" dirty="0"/>
          </a:p>
          <a:p>
            <a:pPr indent="0" marL="0">
              <a:buNone/>
            </a:pPr>
            <a:r>
              <a:rPr lang="en-US" sz="4200" b="1" dirty="0">
                <a:solidFill>
                  <a:srgbClr val="DEDEDE"/>
                </a:solidFill>
                <a:latin typeface="Aptos Display" pitchFamily="34" charset="0"/>
                <a:ea typeface="Aptos Display" pitchFamily="34" charset="-122"/>
                <a:cs typeface="Aptos Display" pitchFamily="34" charset="-120"/>
              </a:rPr>
              <a:t>use the other workflow engine.</a:t>
            </a:r>
            <a:endParaRPr lang="en-US" sz="4200" dirty="0"/>
          </a:p>
        </p:txBody>
      </p:sp>
      <p:sp>
        <p:nvSpPr>
          <p:cNvPr id="3" name="Text 1"/>
          <p:cNvSpPr/>
          <p:nvPr/>
        </p:nvSpPr>
        <p:spPr>
          <a:xfrm>
            <a:off x="566928" y="6446520"/>
            <a:ext cx="4663440" cy="201168"/>
          </a:xfrm>
          <a:prstGeom prst="rect">
            <a:avLst/>
          </a:prstGeom>
          <a:noFill/>
          <a:ln/>
        </p:spPr>
        <p:txBody>
          <a:bodyPr wrap="square" lIns="0" tIns="0" rIns="0" bIns="0" rtlCol="0" anchor="ctr"/>
          <a:lstStyle/>
          <a:p>
            <a:pPr indent="0" marL="0">
              <a:buNone/>
            </a:pPr>
            <a:r>
              <a:rPr lang="en-US" sz="1100" spc="80" kern="0" dirty="0">
                <a:solidFill>
                  <a:srgbClr val="B0B0B0"/>
                </a:solidFill>
                <a:latin typeface="Aptos" pitchFamily="34" charset="0"/>
                <a:ea typeface="Aptos" pitchFamily="34" charset="-122"/>
                <a:cs typeface="Aptos" pitchFamily="34" charset="-120"/>
              </a:rPr>
              <a:t>LAUNCH RESCUE / GITHUB COPILOT</a:t>
            </a:r>
            <a:endParaRPr lang="en-US" sz="1100" dirty="0"/>
          </a:p>
        </p:txBody>
      </p:sp>
      <p:sp>
        <p:nvSpPr>
          <p:cNvPr id="4" name="Text 2">
            <a:hlinkClick r:id="rId1" tooltip=""/>
          </p:cNvPr>
          <p:cNvSpPr/>
          <p:nvPr/>
        </p:nvSpPr>
        <p:spPr>
          <a:xfrm>
            <a:off x="6437376" y="6446520"/>
            <a:ext cx="4599432" cy="201168"/>
          </a:xfrm>
          <a:prstGeom prst="rect">
            <a:avLst/>
          </a:prstGeom>
          <a:noFill/>
          <a:ln/>
        </p:spPr>
        <p:txBody>
          <a:bodyPr wrap="square" lIns="0" tIns="0" rIns="0" bIns="0" rtlCol="0" anchor="ctr"/>
          <a:lstStyle/>
          <a:p>
            <a:pPr algn="r" indent="0" marL="0">
              <a:buNone/>
            </a:pPr>
            <a:r>
              <a:rPr lang="en-US" sz="1100" u="sng" dirty="0">
                <a:solidFill>
                  <a:srgbClr val="B0B0B0"/>
                </a:solid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S13 · S14 · S15 · S16  |  10 OCT 2026</a:t>
            </a:r>
            <a:endParaRPr lang="en-US" sz="1100" dirty="0"/>
          </a:p>
        </p:txBody>
      </p:sp>
      <p:sp>
        <p:nvSpPr>
          <p:cNvPr id="5" name="Text 3"/>
          <p:cNvSpPr/>
          <p:nvPr/>
        </p:nvSpPr>
        <p:spPr>
          <a:xfrm>
            <a:off x="11137392" y="6419088"/>
            <a:ext cx="457200" cy="256032"/>
          </a:xfrm>
          <a:prstGeom prst="rect">
            <a:avLst/>
          </a:prstGeom>
          <a:noFill/>
          <a:ln/>
        </p:spPr>
        <p:txBody>
          <a:bodyPr wrap="square" lIns="0" tIns="0" rIns="0" bIns="0" rtlCol="0" anchor="ctr"/>
          <a:lstStyle/>
          <a:p>
            <a:pPr algn="r" indent="0" marL="0">
              <a:buNone/>
            </a:pPr>
            <a:r>
              <a:rPr lang="en-US" sz="1300" dirty="0">
                <a:solidFill>
                  <a:srgbClr val="B0B0B0"/>
                </a:solidFill>
                <a:latin typeface="Aptos" pitchFamily="34" charset="0"/>
                <a:ea typeface="Aptos" pitchFamily="34" charset="-122"/>
                <a:cs typeface="Aptos" pitchFamily="34" charset="-120"/>
              </a:rPr>
              <a:t>19</a:t>
            </a:r>
            <a:endParaRPr lang="en-US" sz="1300" dirty="0"/>
          </a:p>
        </p:txBody>
      </p:sp>
      <p:sp>
        <p:nvSpPr>
          <p:cNvPr id="7" name="Shape 4"/>
          <p:cNvSpPr/>
          <p:nvPr/>
        </p:nvSpPr>
        <p:spPr>
          <a:xfrm>
            <a:off x="813816" y="2331720"/>
            <a:ext cx="2011680" cy="969264"/>
          </a:xfrm>
          <a:prstGeom prst="roundRect">
            <a:avLst>
              <a:gd name="adj" fmla="val 9434"/>
            </a:avLst>
          </a:prstGeom>
          <a:solidFill>
            <a:srgbClr val="292929"/>
          </a:solidFill>
          <a:ln w="16510">
            <a:solidFill>
              <a:srgbClr val="5F5F5F"/>
            </a:solidFill>
            <a:prstDash val="solid"/>
          </a:ln>
        </p:spPr>
      </p:sp>
      <p:sp>
        <p:nvSpPr>
          <p:cNvPr id="8" name="Text 5"/>
          <p:cNvSpPr/>
          <p:nvPr/>
        </p:nvSpPr>
        <p:spPr>
          <a:xfrm>
            <a:off x="932688" y="2423160"/>
            <a:ext cx="1773936" cy="786384"/>
          </a:xfrm>
          <a:prstGeom prst="rect">
            <a:avLst/>
          </a:prstGeom>
          <a:noFill/>
          <a:ln/>
        </p:spPr>
        <p:txBody>
          <a:bodyPr wrap="square" lIns="0" tIns="0" rIns="0" bIns="0" rtlCol="0" anchor="ctr"/>
          <a:lstStyle/>
          <a:p>
            <a:pPr algn="ctr" indent="0" marL="0">
              <a:buNone/>
            </a:pPr>
            <a:r>
              <a:rPr lang="en-US" sz="2500" b="1" dirty="0">
                <a:solidFill>
                  <a:srgbClr val="DEDEDE"/>
                </a:solidFill>
                <a:latin typeface="Aptos" pitchFamily="34" charset="0"/>
                <a:ea typeface="Aptos" pitchFamily="34" charset="-122"/>
                <a:cs typeface="Aptos" pitchFamily="34" charset="-120"/>
              </a:rPr>
              <a:t>Markdown</a:t>
            </a:r>
            <a:endParaRPr lang="en-US" sz="2500" dirty="0"/>
          </a:p>
        </p:txBody>
      </p:sp>
      <p:sp>
        <p:nvSpPr>
          <p:cNvPr id="9" name="Shape 6"/>
          <p:cNvSpPr/>
          <p:nvPr/>
        </p:nvSpPr>
        <p:spPr>
          <a:xfrm>
            <a:off x="3675888" y="2331720"/>
            <a:ext cx="2011680" cy="969264"/>
          </a:xfrm>
          <a:prstGeom prst="roundRect">
            <a:avLst>
              <a:gd name="adj" fmla="val 9434"/>
            </a:avLst>
          </a:prstGeom>
          <a:solidFill>
            <a:srgbClr val="292929"/>
          </a:solidFill>
          <a:ln w="16510">
            <a:solidFill>
              <a:srgbClr val="5F5F5F"/>
            </a:solidFill>
            <a:prstDash val="solid"/>
          </a:ln>
        </p:spPr>
      </p:sp>
      <p:sp>
        <p:nvSpPr>
          <p:cNvPr id="10" name="Text 7"/>
          <p:cNvSpPr/>
          <p:nvPr/>
        </p:nvSpPr>
        <p:spPr>
          <a:xfrm>
            <a:off x="3794760" y="2423160"/>
            <a:ext cx="1773936" cy="786384"/>
          </a:xfrm>
          <a:prstGeom prst="rect">
            <a:avLst/>
          </a:prstGeom>
          <a:noFill/>
          <a:ln/>
        </p:spPr>
        <p:txBody>
          <a:bodyPr wrap="square" lIns="0" tIns="0" rIns="0" bIns="0" rtlCol="0" anchor="ctr"/>
          <a:lstStyle/>
          <a:p>
            <a:pPr algn="ctr" indent="0" marL="0">
              <a:buNone/>
            </a:pPr>
            <a:r>
              <a:rPr lang="en-US" sz="2500" b="1" dirty="0">
                <a:solidFill>
                  <a:srgbClr val="DEDEDE"/>
                </a:solidFill>
                <a:latin typeface="Aptos" pitchFamily="34" charset="0"/>
                <a:ea typeface="Aptos" pitchFamily="34" charset="-122"/>
                <a:cs typeface="Aptos" pitchFamily="34" charset="-120"/>
              </a:rPr>
              <a:t>Compile</a:t>
            </a:r>
            <a:endParaRPr lang="en-US" sz="2500" dirty="0"/>
          </a:p>
        </p:txBody>
      </p:sp>
      <p:sp>
        <p:nvSpPr>
          <p:cNvPr id="11" name="Shape 8"/>
          <p:cNvSpPr/>
          <p:nvPr/>
        </p:nvSpPr>
        <p:spPr>
          <a:xfrm>
            <a:off x="6537960" y="2331720"/>
            <a:ext cx="2011680" cy="969264"/>
          </a:xfrm>
          <a:prstGeom prst="roundRect">
            <a:avLst>
              <a:gd name="adj" fmla="val 9434"/>
            </a:avLst>
          </a:prstGeom>
          <a:solidFill>
            <a:srgbClr val="292929"/>
          </a:solidFill>
          <a:ln w="16510">
            <a:solidFill>
              <a:srgbClr val="5F5F5F"/>
            </a:solidFill>
            <a:prstDash val="solid"/>
          </a:ln>
        </p:spPr>
      </p:sp>
      <p:sp>
        <p:nvSpPr>
          <p:cNvPr id="12" name="Text 9"/>
          <p:cNvSpPr/>
          <p:nvPr/>
        </p:nvSpPr>
        <p:spPr>
          <a:xfrm>
            <a:off x="6656832" y="2423160"/>
            <a:ext cx="1773936" cy="786384"/>
          </a:xfrm>
          <a:prstGeom prst="rect">
            <a:avLst/>
          </a:prstGeom>
          <a:noFill/>
          <a:ln/>
        </p:spPr>
        <p:txBody>
          <a:bodyPr wrap="square" lIns="0" tIns="0" rIns="0" bIns="0" rtlCol="0" anchor="ctr"/>
          <a:lstStyle/>
          <a:p>
            <a:pPr algn="ctr" indent="0" marL="0">
              <a:buNone/>
            </a:pPr>
            <a:r>
              <a:rPr lang="en-US" sz="2500" b="1" dirty="0">
                <a:solidFill>
                  <a:srgbClr val="DEDEDE"/>
                </a:solidFill>
                <a:latin typeface="Aptos" pitchFamily="34" charset="0"/>
                <a:ea typeface="Aptos" pitchFamily="34" charset="-122"/>
                <a:cs typeface="Aptos" pitchFamily="34" charset="-120"/>
              </a:rPr>
              <a:t>Actions agent</a:t>
            </a:r>
            <a:endParaRPr lang="en-US" sz="2500" dirty="0"/>
          </a:p>
        </p:txBody>
      </p:sp>
      <p:sp>
        <p:nvSpPr>
          <p:cNvPr id="13" name="Shape 10"/>
          <p:cNvSpPr/>
          <p:nvPr/>
        </p:nvSpPr>
        <p:spPr>
          <a:xfrm>
            <a:off x="9400032" y="2331720"/>
            <a:ext cx="2011680" cy="969264"/>
          </a:xfrm>
          <a:prstGeom prst="roundRect">
            <a:avLst>
              <a:gd name="adj" fmla="val 9434"/>
            </a:avLst>
          </a:prstGeom>
          <a:solidFill>
            <a:srgbClr val="FD8EA1"/>
          </a:solidFill>
          <a:ln w="16510">
            <a:solidFill>
              <a:srgbClr val="FD8EA1"/>
            </a:solidFill>
            <a:prstDash val="solid"/>
          </a:ln>
        </p:spPr>
      </p:sp>
      <p:sp>
        <p:nvSpPr>
          <p:cNvPr id="14" name="Text 11"/>
          <p:cNvSpPr/>
          <p:nvPr/>
        </p:nvSpPr>
        <p:spPr>
          <a:xfrm>
            <a:off x="9518904" y="2423160"/>
            <a:ext cx="1773936" cy="786384"/>
          </a:xfrm>
          <a:prstGeom prst="rect">
            <a:avLst/>
          </a:prstGeom>
          <a:noFill/>
          <a:ln/>
        </p:spPr>
        <p:txBody>
          <a:bodyPr wrap="square" lIns="0" tIns="0" rIns="0" bIns="0" rtlCol="0" anchor="ctr"/>
          <a:lstStyle/>
          <a:p>
            <a:pPr algn="ctr" indent="0" marL="0">
              <a:buNone/>
            </a:pPr>
            <a:r>
              <a:rPr lang="en-US" sz="2500" b="1" dirty="0">
                <a:solidFill>
                  <a:srgbClr val="3D3B3A"/>
                </a:solidFill>
                <a:latin typeface="Aptos" pitchFamily="34" charset="0"/>
                <a:ea typeface="Aptos" pitchFamily="34" charset="-122"/>
                <a:cs typeface="Aptos" pitchFamily="34" charset="-120"/>
              </a:rPr>
              <a:t>Safe output</a:t>
            </a:r>
            <a:endParaRPr lang="en-US" sz="2500" dirty="0"/>
          </a:p>
        </p:txBody>
      </p:sp>
      <p:sp>
        <p:nvSpPr>
          <p:cNvPr id="15" name="Shape 12"/>
          <p:cNvSpPr/>
          <p:nvPr/>
        </p:nvSpPr>
        <p:spPr>
          <a:xfrm>
            <a:off x="2825496" y="2816352"/>
            <a:ext cx="850392" cy="0"/>
          </a:xfrm>
          <a:prstGeom prst="line">
            <a:avLst/>
          </a:prstGeom>
          <a:noFill/>
          <a:ln w="25400">
            <a:solidFill>
              <a:srgbClr val="FD8EA1"/>
            </a:solidFill>
            <a:prstDash val="solid"/>
            <a:tailEnd type="triangle"/>
          </a:ln>
        </p:spPr>
      </p:sp>
      <p:sp>
        <p:nvSpPr>
          <p:cNvPr id="16" name="Shape 13"/>
          <p:cNvSpPr/>
          <p:nvPr/>
        </p:nvSpPr>
        <p:spPr>
          <a:xfrm>
            <a:off x="5687568" y="2816352"/>
            <a:ext cx="850392" cy="0"/>
          </a:xfrm>
          <a:prstGeom prst="line">
            <a:avLst/>
          </a:prstGeom>
          <a:noFill/>
          <a:ln w="25400">
            <a:solidFill>
              <a:srgbClr val="FD8EA1"/>
            </a:solidFill>
            <a:prstDash val="solid"/>
            <a:tailEnd type="triangle"/>
          </a:ln>
        </p:spPr>
      </p:sp>
      <p:sp>
        <p:nvSpPr>
          <p:cNvPr id="17" name="Shape 14"/>
          <p:cNvSpPr/>
          <p:nvPr/>
        </p:nvSpPr>
        <p:spPr>
          <a:xfrm>
            <a:off x="8549640" y="2816352"/>
            <a:ext cx="850392" cy="0"/>
          </a:xfrm>
          <a:prstGeom prst="line">
            <a:avLst/>
          </a:prstGeom>
          <a:noFill/>
          <a:ln w="25400">
            <a:solidFill>
              <a:srgbClr val="FD8EA1"/>
            </a:solidFill>
            <a:prstDash val="solid"/>
            <a:tailEnd type="triangle"/>
          </a:ln>
        </p:spPr>
      </p:sp>
      <p:sp>
        <p:nvSpPr>
          <p:cNvPr id="18" name="Text 15"/>
          <p:cNvSpPr/>
          <p:nvPr/>
        </p:nvSpPr>
        <p:spPr>
          <a:xfrm>
            <a:off x="896112" y="3767328"/>
            <a:ext cx="10268712" cy="521208"/>
          </a:xfrm>
          <a:prstGeom prst="rect">
            <a:avLst/>
          </a:prstGeom>
          <a:noFill/>
          <a:ln/>
        </p:spPr>
        <p:txBody>
          <a:bodyPr wrap="square" lIns="0" tIns="0" rIns="0" bIns="0" rtlCol="0" anchor="ctr"/>
          <a:lstStyle/>
          <a:p>
            <a:pPr indent="0" marL="0">
              <a:buNone/>
            </a:pPr>
            <a:r>
              <a:rPr lang="en-US" sz="2900" dirty="0">
                <a:solidFill>
                  <a:srgbClr val="FD8EA1"/>
                </a:solidFill>
                <a:latin typeface="Consolas" pitchFamily="34" charset="0"/>
                <a:ea typeface="Consolas" pitchFamily="34" charset="-122"/>
                <a:cs typeface="Consolas" pitchFamily="34" charset="-120"/>
              </a:rPr>
              <a:t>.md → .lock.yml</a:t>
            </a:r>
            <a:endParaRPr lang="en-US" sz="2900" dirty="0"/>
          </a:p>
        </p:txBody>
      </p:sp>
      <p:sp>
        <p:nvSpPr>
          <p:cNvPr id="19" name="Text 16"/>
          <p:cNvSpPr/>
          <p:nvPr/>
        </p:nvSpPr>
        <p:spPr>
          <a:xfrm>
            <a:off x="896112" y="4809744"/>
            <a:ext cx="10387584" cy="969264"/>
          </a:xfrm>
          <a:prstGeom prst="rect">
            <a:avLst/>
          </a:prstGeom>
          <a:noFill/>
          <a:ln/>
        </p:spPr>
        <p:txBody>
          <a:bodyPr wrap="square" lIns="0" tIns="0" rIns="0" bIns="0" rtlCol="0" anchor="ctr"/>
          <a:lstStyle/>
          <a:p>
            <a:pPr indent="0" marL="0">
              <a:buNone/>
            </a:pPr>
            <a:r>
              <a:rPr lang="en-US" sz="2900" b="1" dirty="0">
                <a:solidFill>
                  <a:srgbClr val="DEDEDE"/>
                </a:solidFill>
                <a:latin typeface="Aptos" pitchFamily="34" charset="0"/>
                <a:ea typeface="Aptos" pitchFamily="34" charset="-122"/>
                <a:cs typeface="Aptos" pitchFamily="34" charset="-120"/>
              </a:rPr>
              <a:t>Keep builds and tests deterministic.</a:t>
            </a:r>
            <a:endParaRPr lang="en-US" sz="2900" dirty="0"/>
          </a:p>
          <a:p>
            <a:pPr indent="0" marL="0">
              <a:buNone/>
            </a:pPr>
            <a:r>
              <a:rPr lang="en-US" sz="2900" b="1" dirty="0">
                <a:solidFill>
                  <a:srgbClr val="DEDEDE"/>
                </a:solidFill>
                <a:latin typeface="Aptos" pitchFamily="34" charset="0"/>
                <a:ea typeface="Aptos" pitchFamily="34" charset="-122"/>
                <a:cs typeface="Aptos" pitchFamily="34" charset="-120"/>
              </a:rPr>
              <a:t>Use agents for investigation and interpretation.</a:t>
            </a:r>
            <a:endParaRPr lang="en-US" sz="2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4EF"/>
        </a:solidFill>
      </p:bgPr>
    </p:bg>
    <p:spTree>
      <p:nvGrpSpPr>
        <p:cNvPr id="1" name=""/>
        <p:cNvGrpSpPr/>
        <p:nvPr/>
      </p:nvGrpSpPr>
      <p:grpSpPr>
        <a:xfrm>
          <a:off x="0" y="0"/>
          <a:ext cx="0" cy="0"/>
          <a:chOff x="0" y="0"/>
          <a:chExt cx="0" cy="0"/>
        </a:xfrm>
      </p:grpSpPr>
      <p:sp>
        <p:nvSpPr>
          <p:cNvPr id="2" name="Text 0"/>
          <p:cNvSpPr/>
          <p:nvPr/>
        </p:nvSpPr>
        <p:spPr>
          <a:xfrm>
            <a:off x="566928" y="429768"/>
            <a:ext cx="11009376" cy="768096"/>
          </a:xfrm>
          <a:prstGeom prst="rect">
            <a:avLst/>
          </a:prstGeom>
          <a:noFill/>
          <a:ln/>
        </p:spPr>
        <p:txBody>
          <a:bodyPr wrap="square" lIns="0" tIns="0" rIns="0" bIns="0" rtlCol="0" anchor="t"/>
          <a:lstStyle/>
          <a:p>
            <a:pPr indent="0" marL="0">
              <a:buNone/>
            </a:pPr>
            <a:r>
              <a:rPr lang="en-US" sz="4400" b="1" dirty="0">
                <a:solidFill>
                  <a:srgbClr val="242424"/>
                </a:solidFill>
                <a:latin typeface="Aptos Display" pitchFamily="34" charset="0"/>
                <a:ea typeface="Aptos Display" pitchFamily="34" charset="-122"/>
                <a:cs typeface="Aptos Display" pitchFamily="34" charset="-120"/>
              </a:rPr>
              <a:t>Start with one valuable process.</a:t>
            </a:r>
            <a:endParaRPr lang="en-US" sz="4400" dirty="0"/>
          </a:p>
        </p:txBody>
      </p:sp>
      <p:sp>
        <p:nvSpPr>
          <p:cNvPr id="3" name="Text 1"/>
          <p:cNvSpPr/>
          <p:nvPr/>
        </p:nvSpPr>
        <p:spPr>
          <a:xfrm>
            <a:off x="566928" y="6446520"/>
            <a:ext cx="4663440" cy="201168"/>
          </a:xfrm>
          <a:prstGeom prst="rect">
            <a:avLst/>
          </a:prstGeom>
          <a:noFill/>
          <a:ln/>
        </p:spPr>
        <p:txBody>
          <a:bodyPr wrap="square" lIns="0" tIns="0" rIns="0" bIns="0" rtlCol="0" anchor="ctr"/>
          <a:lstStyle/>
          <a:p>
            <a:pPr indent="0" marL="0">
              <a:buNone/>
            </a:pPr>
            <a:r>
              <a:rPr lang="en-US" sz="1100" spc="80" kern="0" dirty="0">
                <a:solidFill>
                  <a:srgbClr val="5C5C5C"/>
                </a:solidFill>
                <a:latin typeface="Aptos" pitchFamily="34" charset="0"/>
                <a:ea typeface="Aptos" pitchFamily="34" charset="-122"/>
                <a:cs typeface="Aptos" pitchFamily="34" charset="-120"/>
              </a:rPr>
              <a:t>LAUNCH RESCUE / GITHUB COPILOT</a:t>
            </a:r>
            <a:endParaRPr lang="en-US" sz="1100" dirty="0"/>
          </a:p>
        </p:txBody>
      </p:sp>
      <p:sp>
        <p:nvSpPr>
          <p:cNvPr id="4" name="Text 2">
            <a:hlinkClick r:id="rId1" tooltip=""/>
          </p:cNvPr>
          <p:cNvSpPr/>
          <p:nvPr/>
        </p:nvSpPr>
        <p:spPr>
          <a:xfrm>
            <a:off x="6437376" y="6446520"/>
            <a:ext cx="4599432" cy="201168"/>
          </a:xfrm>
          <a:prstGeom prst="rect">
            <a:avLst/>
          </a:prstGeom>
          <a:noFill/>
          <a:ln/>
        </p:spPr>
        <p:txBody>
          <a:bodyPr wrap="square" lIns="0" tIns="0" rIns="0" bIns="0" rtlCol="0" anchor="ctr"/>
          <a:lstStyle/>
          <a:p>
            <a:pPr algn="r" indent="0" marL="0">
              <a:buNone/>
            </a:pPr>
            <a:r>
              <a:rPr lang="en-US" sz="1100" u="sng" dirty="0">
                <a:solidFill>
                  <a:srgbClr val="5C5C5C"/>
                </a:solid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S1 · S3 · S6  |  10 OCT 2026</a:t>
            </a:r>
            <a:endParaRPr lang="en-US" sz="1100" dirty="0"/>
          </a:p>
        </p:txBody>
      </p:sp>
      <p:sp>
        <p:nvSpPr>
          <p:cNvPr id="5" name="Text 3"/>
          <p:cNvSpPr/>
          <p:nvPr/>
        </p:nvSpPr>
        <p:spPr>
          <a:xfrm>
            <a:off x="11137392" y="6419088"/>
            <a:ext cx="457200" cy="256032"/>
          </a:xfrm>
          <a:prstGeom prst="rect">
            <a:avLst/>
          </a:prstGeom>
          <a:noFill/>
          <a:ln/>
        </p:spPr>
        <p:txBody>
          <a:bodyPr wrap="square" lIns="0" tIns="0" rIns="0" bIns="0" rtlCol="0" anchor="ctr"/>
          <a:lstStyle/>
          <a:p>
            <a:pPr algn="r" indent="0" marL="0">
              <a:buNone/>
            </a:pPr>
            <a:r>
              <a:rPr lang="en-US" sz="1300" dirty="0">
                <a:solidFill>
                  <a:srgbClr val="5C5C5C"/>
                </a:solidFill>
                <a:latin typeface="Aptos" pitchFamily="34" charset="0"/>
                <a:ea typeface="Aptos" pitchFamily="34" charset="-122"/>
                <a:cs typeface="Aptos" pitchFamily="34" charset="-120"/>
              </a:rPr>
              <a:t>20</a:t>
            </a:r>
            <a:endParaRPr lang="en-US" sz="1300" dirty="0"/>
          </a:p>
        </p:txBody>
      </p:sp>
      <p:sp>
        <p:nvSpPr>
          <p:cNvPr id="7" name="Shape 4"/>
          <p:cNvSpPr/>
          <p:nvPr/>
        </p:nvSpPr>
        <p:spPr>
          <a:xfrm>
            <a:off x="786384" y="1856232"/>
            <a:ext cx="365760" cy="365760"/>
          </a:xfrm>
          <a:prstGeom prst="ellipse">
            <a:avLst/>
          </a:prstGeom>
          <a:solidFill>
            <a:srgbClr val="B11F4B"/>
          </a:solidFill>
          <a:ln w="12700">
            <a:solidFill>
              <a:srgbClr val="B11F4B">
                <a:alpha val="0"/>
              </a:srgbClr>
            </a:solidFill>
            <a:prstDash val="solid"/>
          </a:ln>
        </p:spPr>
      </p:sp>
      <p:sp>
        <p:nvSpPr>
          <p:cNvPr id="8" name="Text 5"/>
          <p:cNvSpPr/>
          <p:nvPr/>
        </p:nvSpPr>
        <p:spPr>
          <a:xfrm>
            <a:off x="1399032" y="1792224"/>
            <a:ext cx="3502152" cy="621792"/>
          </a:xfrm>
          <a:prstGeom prst="rect">
            <a:avLst/>
          </a:prstGeom>
          <a:noFill/>
          <a:ln/>
        </p:spPr>
        <p:txBody>
          <a:bodyPr wrap="square" lIns="0" tIns="0" rIns="0" bIns="0" rtlCol="0" anchor="t"/>
          <a:lstStyle/>
          <a:p>
            <a:pPr indent="0" marL="0">
              <a:buNone/>
            </a:pPr>
            <a:r>
              <a:rPr lang="en-US" sz="2600" b="1" dirty="0">
                <a:solidFill>
                  <a:srgbClr val="242424"/>
                </a:solidFill>
                <a:latin typeface="Aptos" pitchFamily="34" charset="0"/>
                <a:ea typeface="Aptos" pitchFamily="34" charset="-122"/>
                <a:cs typeface="Aptos" pitchFamily="34" charset="-120"/>
              </a:rPr>
              <a:t>A real input</a:t>
            </a:r>
            <a:endParaRPr lang="en-US" sz="2600" dirty="0"/>
          </a:p>
        </p:txBody>
      </p:sp>
      <p:sp>
        <p:nvSpPr>
          <p:cNvPr id="9" name="Text 6"/>
          <p:cNvSpPr/>
          <p:nvPr/>
        </p:nvSpPr>
        <p:spPr>
          <a:xfrm>
            <a:off x="5065776" y="1792224"/>
            <a:ext cx="6318504" cy="758952"/>
          </a:xfrm>
          <a:prstGeom prst="rect">
            <a:avLst/>
          </a:prstGeom>
          <a:noFill/>
          <a:ln/>
        </p:spPr>
        <p:txBody>
          <a:bodyPr wrap="square" lIns="0" tIns="0" rIns="0" bIns="0" rtlCol="0" anchor="t"/>
          <a:lstStyle/>
          <a:p>
            <a:pPr indent="0" marL="0">
              <a:buNone/>
            </a:pPr>
            <a:r>
              <a:rPr lang="en-US" sz="2400" dirty="0">
                <a:solidFill>
                  <a:srgbClr val="5C5C5C"/>
                </a:solidFill>
                <a:latin typeface="Aptos" pitchFamily="34" charset="0"/>
                <a:ea typeface="Aptos" pitchFamily="34" charset="-122"/>
                <a:cs typeface="Aptos" pitchFamily="34" charset="-120"/>
              </a:rPr>
              <a:t>A failing test, changed files, or incident evidence.</a:t>
            </a:r>
            <a:endParaRPr lang="en-US" sz="2400" dirty="0"/>
          </a:p>
        </p:txBody>
      </p:sp>
      <p:sp>
        <p:nvSpPr>
          <p:cNvPr id="10" name="Shape 7"/>
          <p:cNvSpPr/>
          <p:nvPr/>
        </p:nvSpPr>
        <p:spPr>
          <a:xfrm>
            <a:off x="786384" y="2788920"/>
            <a:ext cx="365760" cy="365760"/>
          </a:xfrm>
          <a:prstGeom prst="ellipse">
            <a:avLst/>
          </a:prstGeom>
          <a:solidFill>
            <a:srgbClr val="B11F4B"/>
          </a:solidFill>
          <a:ln w="12700">
            <a:solidFill>
              <a:srgbClr val="B11F4B">
                <a:alpha val="0"/>
              </a:srgbClr>
            </a:solidFill>
            <a:prstDash val="solid"/>
          </a:ln>
        </p:spPr>
      </p:sp>
      <p:sp>
        <p:nvSpPr>
          <p:cNvPr id="11" name="Text 8"/>
          <p:cNvSpPr/>
          <p:nvPr/>
        </p:nvSpPr>
        <p:spPr>
          <a:xfrm>
            <a:off x="1399032" y="2724912"/>
            <a:ext cx="3502152" cy="621792"/>
          </a:xfrm>
          <a:prstGeom prst="rect">
            <a:avLst/>
          </a:prstGeom>
          <a:noFill/>
          <a:ln/>
        </p:spPr>
        <p:txBody>
          <a:bodyPr wrap="square" lIns="0" tIns="0" rIns="0" bIns="0" rtlCol="0" anchor="t"/>
          <a:lstStyle/>
          <a:p>
            <a:pPr indent="0" marL="0">
              <a:buNone/>
            </a:pPr>
            <a:r>
              <a:rPr lang="en-US" sz="2600" b="1" dirty="0">
                <a:solidFill>
                  <a:srgbClr val="242424"/>
                </a:solidFill>
                <a:latin typeface="Aptos" pitchFamily="34" charset="0"/>
                <a:ea typeface="Aptos" pitchFamily="34" charset="-122"/>
                <a:cs typeface="Aptos" pitchFamily="34" charset="-120"/>
              </a:rPr>
              <a:t>A real contract</a:t>
            </a:r>
            <a:endParaRPr lang="en-US" sz="2600" dirty="0"/>
          </a:p>
        </p:txBody>
      </p:sp>
      <p:sp>
        <p:nvSpPr>
          <p:cNvPr id="12" name="Text 9"/>
          <p:cNvSpPr/>
          <p:nvPr/>
        </p:nvSpPr>
        <p:spPr>
          <a:xfrm>
            <a:off x="5065776" y="2724912"/>
            <a:ext cx="6318504" cy="758952"/>
          </a:xfrm>
          <a:prstGeom prst="rect">
            <a:avLst/>
          </a:prstGeom>
          <a:noFill/>
          <a:ln/>
        </p:spPr>
        <p:txBody>
          <a:bodyPr wrap="square" lIns="0" tIns="0" rIns="0" bIns="0" rtlCol="0" anchor="t"/>
          <a:lstStyle/>
          <a:p>
            <a:pPr indent="0" marL="0">
              <a:buNone/>
            </a:pPr>
            <a:r>
              <a:rPr lang="en-US" sz="2400" dirty="0">
                <a:solidFill>
                  <a:srgbClr val="5C5C5C"/>
                </a:solidFill>
                <a:latin typeface="Aptos" pitchFamily="34" charset="0"/>
                <a:ea typeface="Aptos" pitchFamily="34" charset="-122"/>
                <a:cs typeface="Aptos" pitchFamily="34" charset="-120"/>
              </a:rPr>
              <a:t>What must be true before the work can progress?</a:t>
            </a:r>
            <a:endParaRPr lang="en-US" sz="2400" dirty="0"/>
          </a:p>
        </p:txBody>
      </p:sp>
      <p:sp>
        <p:nvSpPr>
          <p:cNvPr id="13" name="Shape 10"/>
          <p:cNvSpPr/>
          <p:nvPr/>
        </p:nvSpPr>
        <p:spPr>
          <a:xfrm>
            <a:off x="786384" y="3721608"/>
            <a:ext cx="365760" cy="365760"/>
          </a:xfrm>
          <a:prstGeom prst="ellipse">
            <a:avLst/>
          </a:prstGeom>
          <a:solidFill>
            <a:srgbClr val="B11F4B"/>
          </a:solidFill>
          <a:ln w="12700">
            <a:solidFill>
              <a:srgbClr val="B11F4B">
                <a:alpha val="0"/>
              </a:srgbClr>
            </a:solidFill>
            <a:prstDash val="solid"/>
          </a:ln>
        </p:spPr>
      </p:sp>
      <p:sp>
        <p:nvSpPr>
          <p:cNvPr id="14" name="Text 11"/>
          <p:cNvSpPr/>
          <p:nvPr/>
        </p:nvSpPr>
        <p:spPr>
          <a:xfrm>
            <a:off x="1399032" y="3657600"/>
            <a:ext cx="3502152" cy="621792"/>
          </a:xfrm>
          <a:prstGeom prst="rect">
            <a:avLst/>
          </a:prstGeom>
          <a:noFill/>
          <a:ln/>
        </p:spPr>
        <p:txBody>
          <a:bodyPr wrap="square" lIns="0" tIns="0" rIns="0" bIns="0" rtlCol="0" anchor="t"/>
          <a:lstStyle/>
          <a:p>
            <a:pPr indent="0" marL="0">
              <a:buNone/>
            </a:pPr>
            <a:r>
              <a:rPr lang="en-US" sz="2600" b="1" dirty="0">
                <a:solidFill>
                  <a:srgbClr val="242424"/>
                </a:solidFill>
                <a:latin typeface="Aptos" pitchFamily="34" charset="0"/>
                <a:ea typeface="Aptos" pitchFamily="34" charset="-122"/>
                <a:cs typeface="Aptos" pitchFamily="34" charset="-120"/>
              </a:rPr>
              <a:t>A judgment step</a:t>
            </a:r>
            <a:endParaRPr lang="en-US" sz="2600" dirty="0"/>
          </a:p>
        </p:txBody>
      </p:sp>
      <p:sp>
        <p:nvSpPr>
          <p:cNvPr id="15" name="Text 12"/>
          <p:cNvSpPr/>
          <p:nvPr/>
        </p:nvSpPr>
        <p:spPr>
          <a:xfrm>
            <a:off x="5065776" y="3657600"/>
            <a:ext cx="6318504" cy="758952"/>
          </a:xfrm>
          <a:prstGeom prst="rect">
            <a:avLst/>
          </a:prstGeom>
          <a:noFill/>
          <a:ln/>
        </p:spPr>
        <p:txBody>
          <a:bodyPr wrap="square" lIns="0" tIns="0" rIns="0" bIns="0" rtlCol="0" anchor="t"/>
          <a:lstStyle/>
          <a:p>
            <a:pPr indent="0" marL="0">
              <a:buNone/>
            </a:pPr>
            <a:r>
              <a:rPr lang="en-US" sz="2400" dirty="0">
                <a:solidFill>
                  <a:srgbClr val="5C5C5C"/>
                </a:solidFill>
                <a:latin typeface="Aptos" pitchFamily="34" charset="0"/>
                <a:ea typeface="Aptos" pitchFamily="34" charset="-122"/>
                <a:cs typeface="Aptos" pitchFamily="34" charset="-120"/>
              </a:rPr>
              <a:t>Where does interpretation improve the outcome?</a:t>
            </a:r>
            <a:endParaRPr lang="en-US" sz="2400" dirty="0"/>
          </a:p>
        </p:txBody>
      </p:sp>
      <p:sp>
        <p:nvSpPr>
          <p:cNvPr id="16" name="Shape 13"/>
          <p:cNvSpPr/>
          <p:nvPr/>
        </p:nvSpPr>
        <p:spPr>
          <a:xfrm>
            <a:off x="786384" y="4654296"/>
            <a:ext cx="365760" cy="365760"/>
          </a:xfrm>
          <a:prstGeom prst="ellipse">
            <a:avLst/>
          </a:prstGeom>
          <a:solidFill>
            <a:srgbClr val="B11F4B"/>
          </a:solidFill>
          <a:ln w="12700">
            <a:solidFill>
              <a:srgbClr val="B11F4B">
                <a:alpha val="0"/>
              </a:srgbClr>
            </a:solidFill>
            <a:prstDash val="solid"/>
          </a:ln>
        </p:spPr>
      </p:sp>
      <p:sp>
        <p:nvSpPr>
          <p:cNvPr id="17" name="Text 14"/>
          <p:cNvSpPr/>
          <p:nvPr/>
        </p:nvSpPr>
        <p:spPr>
          <a:xfrm>
            <a:off x="1399032" y="4590288"/>
            <a:ext cx="3502152" cy="621792"/>
          </a:xfrm>
          <a:prstGeom prst="rect">
            <a:avLst/>
          </a:prstGeom>
          <a:noFill/>
          <a:ln/>
        </p:spPr>
        <p:txBody>
          <a:bodyPr wrap="square" lIns="0" tIns="0" rIns="0" bIns="0" rtlCol="0" anchor="t"/>
          <a:lstStyle/>
          <a:p>
            <a:pPr indent="0" marL="0">
              <a:buNone/>
            </a:pPr>
            <a:r>
              <a:rPr lang="en-US" sz="2600" b="1" dirty="0">
                <a:solidFill>
                  <a:srgbClr val="242424"/>
                </a:solidFill>
                <a:latin typeface="Aptos" pitchFamily="34" charset="0"/>
                <a:ea typeface="Aptos" pitchFamily="34" charset="-122"/>
                <a:cs typeface="Aptos" pitchFamily="34" charset="-120"/>
              </a:rPr>
              <a:t>A human boundary</a:t>
            </a:r>
            <a:endParaRPr lang="en-US" sz="2600" dirty="0"/>
          </a:p>
        </p:txBody>
      </p:sp>
      <p:sp>
        <p:nvSpPr>
          <p:cNvPr id="18" name="Text 15"/>
          <p:cNvSpPr/>
          <p:nvPr/>
        </p:nvSpPr>
        <p:spPr>
          <a:xfrm>
            <a:off x="5065776" y="4590288"/>
            <a:ext cx="6318504" cy="758952"/>
          </a:xfrm>
          <a:prstGeom prst="rect">
            <a:avLst/>
          </a:prstGeom>
          <a:noFill/>
          <a:ln/>
        </p:spPr>
        <p:txBody>
          <a:bodyPr wrap="square" lIns="0" tIns="0" rIns="0" bIns="0" rtlCol="0" anchor="t"/>
          <a:lstStyle/>
          <a:p>
            <a:pPr indent="0" marL="0">
              <a:buNone/>
            </a:pPr>
            <a:r>
              <a:rPr lang="en-US" sz="2400" dirty="0">
                <a:solidFill>
                  <a:srgbClr val="5C5C5C"/>
                </a:solidFill>
                <a:latin typeface="Aptos" pitchFamily="34" charset="0"/>
                <a:ea typeface="Aptos" pitchFamily="34" charset="-122"/>
                <a:cs typeface="Aptos" pitchFamily="34" charset="-120"/>
              </a:rPr>
              <a:t>What requires review, pause, or approval?</a:t>
            </a:r>
            <a:endParaRPr lang="en-US" sz="2400" dirty="0"/>
          </a:p>
        </p:txBody>
      </p:sp>
      <p:sp>
        <p:nvSpPr>
          <p:cNvPr id="19" name="Text 16"/>
          <p:cNvSpPr/>
          <p:nvPr/>
        </p:nvSpPr>
        <p:spPr>
          <a:xfrm>
            <a:off x="950976" y="5614416"/>
            <a:ext cx="10268712" cy="530352"/>
          </a:xfrm>
          <a:prstGeom prst="rect">
            <a:avLst/>
          </a:prstGeom>
          <a:noFill/>
          <a:ln/>
        </p:spPr>
        <p:txBody>
          <a:bodyPr wrap="square" lIns="0" tIns="0" rIns="0" bIns="0" rtlCol="0" anchor="ctr"/>
          <a:lstStyle/>
          <a:p>
            <a:pPr indent="0" marL="0">
              <a:buNone/>
            </a:pPr>
            <a:r>
              <a:rPr lang="en-US" sz="2600" b="1" dirty="0">
                <a:solidFill>
                  <a:srgbClr val="B11F4B"/>
                </a:solidFill>
                <a:latin typeface="Aptos" pitchFamily="34" charset="0"/>
                <a:ea typeface="Aptos" pitchFamily="34" charset="-122"/>
                <a:cs typeface="Aptos" pitchFamily="34" charset="-120"/>
              </a:rPr>
              <a:t>One process, proven end to end, beats ten busy agents.</a:t>
            </a:r>
            <a:endParaRPr lang="en-US" sz="2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3D3B3A"/>
        </a:solidFill>
      </p:bgPr>
    </p:bg>
    <p:spTree>
      <p:nvGrpSpPr>
        <p:cNvPr id="1" name=""/>
        <p:cNvGrpSpPr/>
        <p:nvPr/>
      </p:nvGrpSpPr>
      <p:grpSpPr>
        <a:xfrm>
          <a:off x="0" y="0"/>
          <a:ext cx="0" cy="0"/>
          <a:chOff x="0" y="0"/>
          <a:chExt cx="0" cy="0"/>
        </a:xfrm>
      </p:grpSpPr>
      <p:sp>
        <p:nvSpPr>
          <p:cNvPr id="2" name="Text 0"/>
          <p:cNvSpPr/>
          <p:nvPr/>
        </p:nvSpPr>
        <p:spPr>
          <a:xfrm>
            <a:off x="566928" y="429768"/>
            <a:ext cx="11009376" cy="1261872"/>
          </a:xfrm>
          <a:prstGeom prst="rect">
            <a:avLst/>
          </a:prstGeom>
          <a:noFill/>
          <a:ln/>
        </p:spPr>
        <p:txBody>
          <a:bodyPr wrap="square" lIns="0" tIns="0" rIns="0" bIns="0" rtlCol="0" anchor="t"/>
          <a:lstStyle/>
          <a:p>
            <a:pPr indent="0" marL="0">
              <a:buNone/>
            </a:pPr>
            <a:r>
              <a:rPr lang="en-US" sz="4200" b="1" dirty="0">
                <a:solidFill>
                  <a:srgbClr val="DEDEDE"/>
                </a:solidFill>
                <a:latin typeface="Aptos Display" pitchFamily="34" charset="0"/>
                <a:ea typeface="Aptos Display" pitchFamily="34" charset="-122"/>
                <a:cs typeface="Aptos Display" pitchFamily="34" charset="-120"/>
              </a:rPr>
              <a:t>Give agents a goal.</a:t>
            </a:r>
            <a:endParaRPr lang="en-US" sz="4200" dirty="0"/>
          </a:p>
          <a:p>
            <a:pPr indent="0" marL="0">
              <a:buNone/>
            </a:pPr>
            <a:r>
              <a:rPr lang="en-US" sz="4200" b="1" dirty="0">
                <a:solidFill>
                  <a:srgbClr val="DEDEDE"/>
                </a:solidFill>
                <a:latin typeface="Aptos Display" pitchFamily="34" charset="0"/>
                <a:ea typeface="Aptos Display" pitchFamily="34" charset="-122"/>
                <a:cs typeface="Aptos Display" pitchFamily="34" charset="-120"/>
              </a:rPr>
              <a:t>Give workflows a contract.</a:t>
            </a:r>
            <a:endParaRPr lang="en-US" sz="4200" dirty="0"/>
          </a:p>
        </p:txBody>
      </p:sp>
      <p:sp>
        <p:nvSpPr>
          <p:cNvPr id="3" name="Text 1"/>
          <p:cNvSpPr/>
          <p:nvPr/>
        </p:nvSpPr>
        <p:spPr>
          <a:xfrm>
            <a:off x="566928" y="6446520"/>
            <a:ext cx="4663440" cy="201168"/>
          </a:xfrm>
          <a:prstGeom prst="rect">
            <a:avLst/>
          </a:prstGeom>
          <a:noFill/>
          <a:ln/>
        </p:spPr>
        <p:txBody>
          <a:bodyPr wrap="square" lIns="0" tIns="0" rIns="0" bIns="0" rtlCol="0" anchor="ctr"/>
          <a:lstStyle/>
          <a:p>
            <a:pPr indent="0" marL="0">
              <a:buNone/>
            </a:pPr>
            <a:r>
              <a:rPr lang="en-US" sz="1100" spc="80" kern="0" dirty="0">
                <a:solidFill>
                  <a:srgbClr val="B0B0B0"/>
                </a:solidFill>
                <a:latin typeface="Aptos" pitchFamily="34" charset="0"/>
                <a:ea typeface="Aptos" pitchFamily="34" charset="-122"/>
                <a:cs typeface="Aptos" pitchFamily="34" charset="-120"/>
              </a:rPr>
              <a:t>LAUNCH RESCUE / GITHUB COPILOT</a:t>
            </a:r>
            <a:endParaRPr lang="en-US" sz="1100" dirty="0"/>
          </a:p>
        </p:txBody>
      </p:sp>
      <p:sp>
        <p:nvSpPr>
          <p:cNvPr id="4" name="Text 2">
            <a:hlinkClick r:id="rId1" tooltip=""/>
          </p:cNvPr>
          <p:cNvSpPr/>
          <p:nvPr/>
        </p:nvSpPr>
        <p:spPr>
          <a:xfrm>
            <a:off x="6437376" y="6446520"/>
            <a:ext cx="4599432" cy="201168"/>
          </a:xfrm>
          <a:prstGeom prst="rect">
            <a:avLst/>
          </a:prstGeom>
          <a:noFill/>
          <a:ln/>
        </p:spPr>
        <p:txBody>
          <a:bodyPr wrap="square" lIns="0" tIns="0" rIns="0" bIns="0" rtlCol="0" anchor="ctr"/>
          <a:lstStyle/>
          <a:p>
            <a:pPr algn="r" indent="0" marL="0">
              <a:buNone/>
            </a:pPr>
            <a:r>
              <a:rPr lang="en-US" sz="1100" u="sng" dirty="0">
                <a:solidFill>
                  <a:srgbClr val="B0B0B0"/>
                </a:solid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S1 · S3  |  10 OCT 2026</a:t>
            </a:r>
            <a:endParaRPr lang="en-US" sz="1100" dirty="0"/>
          </a:p>
        </p:txBody>
      </p:sp>
      <p:sp>
        <p:nvSpPr>
          <p:cNvPr id="5" name="Text 3"/>
          <p:cNvSpPr/>
          <p:nvPr/>
        </p:nvSpPr>
        <p:spPr>
          <a:xfrm>
            <a:off x="11137392" y="6419088"/>
            <a:ext cx="457200" cy="256032"/>
          </a:xfrm>
          <a:prstGeom prst="rect">
            <a:avLst/>
          </a:prstGeom>
          <a:noFill/>
          <a:ln/>
        </p:spPr>
        <p:txBody>
          <a:bodyPr wrap="square" lIns="0" tIns="0" rIns="0" bIns="0" rtlCol="0" anchor="ctr"/>
          <a:lstStyle/>
          <a:p>
            <a:pPr algn="r" indent="0" marL="0">
              <a:buNone/>
            </a:pPr>
            <a:r>
              <a:rPr lang="en-US" sz="1300" dirty="0">
                <a:solidFill>
                  <a:srgbClr val="B0B0B0"/>
                </a:solidFill>
                <a:latin typeface="Aptos" pitchFamily="34" charset="0"/>
                <a:ea typeface="Aptos" pitchFamily="34" charset="-122"/>
                <a:cs typeface="Aptos" pitchFamily="34" charset="-120"/>
              </a:rPr>
              <a:t>21</a:t>
            </a:r>
            <a:endParaRPr lang="en-US" sz="1300" dirty="0"/>
          </a:p>
        </p:txBody>
      </p:sp>
      <p:sp>
        <p:nvSpPr>
          <p:cNvPr id="7" name="Shape 4"/>
          <p:cNvSpPr/>
          <p:nvPr/>
        </p:nvSpPr>
        <p:spPr>
          <a:xfrm>
            <a:off x="850392" y="2359152"/>
            <a:ext cx="2157984" cy="987552"/>
          </a:xfrm>
          <a:prstGeom prst="roundRect">
            <a:avLst>
              <a:gd name="adj" fmla="val 9259"/>
            </a:avLst>
          </a:prstGeom>
          <a:solidFill>
            <a:srgbClr val="292929"/>
          </a:solidFill>
          <a:ln w="16510">
            <a:solidFill>
              <a:srgbClr val="5F5F5F"/>
            </a:solidFill>
            <a:prstDash val="solid"/>
          </a:ln>
        </p:spPr>
      </p:sp>
      <p:sp>
        <p:nvSpPr>
          <p:cNvPr id="8" name="Text 5"/>
          <p:cNvSpPr/>
          <p:nvPr/>
        </p:nvSpPr>
        <p:spPr>
          <a:xfrm>
            <a:off x="969264" y="2450592"/>
            <a:ext cx="1920240" cy="804672"/>
          </a:xfrm>
          <a:prstGeom prst="rect">
            <a:avLst/>
          </a:prstGeom>
          <a:noFill/>
          <a:ln/>
        </p:spPr>
        <p:txBody>
          <a:bodyPr wrap="square" lIns="0" tIns="0" rIns="0" bIns="0" rtlCol="0" anchor="ctr"/>
          <a:lstStyle/>
          <a:p>
            <a:pPr algn="ctr" indent="0" marL="0">
              <a:buNone/>
            </a:pPr>
            <a:r>
              <a:rPr lang="en-US" sz="2700" b="1" dirty="0">
                <a:solidFill>
                  <a:srgbClr val="DEDEDE"/>
                </a:solidFill>
                <a:latin typeface="Aptos" pitchFamily="34" charset="0"/>
                <a:ea typeface="Aptos" pitchFamily="34" charset="-122"/>
                <a:cs typeface="Aptos" pitchFamily="34" charset="-120"/>
              </a:rPr>
              <a:t>Evidence</a:t>
            </a:r>
            <a:endParaRPr lang="en-US" sz="2700" dirty="0"/>
          </a:p>
        </p:txBody>
      </p:sp>
      <p:sp>
        <p:nvSpPr>
          <p:cNvPr id="9" name="Shape 6"/>
          <p:cNvSpPr/>
          <p:nvPr/>
        </p:nvSpPr>
        <p:spPr>
          <a:xfrm>
            <a:off x="3666744" y="2359152"/>
            <a:ext cx="2157984" cy="987552"/>
          </a:xfrm>
          <a:prstGeom prst="roundRect">
            <a:avLst>
              <a:gd name="adj" fmla="val 9259"/>
            </a:avLst>
          </a:prstGeom>
          <a:solidFill>
            <a:srgbClr val="FD8EA1"/>
          </a:solidFill>
          <a:ln w="16510">
            <a:solidFill>
              <a:srgbClr val="FD8EA1"/>
            </a:solidFill>
            <a:prstDash val="solid"/>
          </a:ln>
        </p:spPr>
      </p:sp>
      <p:sp>
        <p:nvSpPr>
          <p:cNvPr id="10" name="Text 7"/>
          <p:cNvSpPr/>
          <p:nvPr/>
        </p:nvSpPr>
        <p:spPr>
          <a:xfrm>
            <a:off x="3785616" y="2450592"/>
            <a:ext cx="1920240" cy="804672"/>
          </a:xfrm>
          <a:prstGeom prst="rect">
            <a:avLst/>
          </a:prstGeom>
          <a:noFill/>
          <a:ln/>
        </p:spPr>
        <p:txBody>
          <a:bodyPr wrap="square" lIns="0" tIns="0" rIns="0" bIns="0" rtlCol="0" anchor="ctr"/>
          <a:lstStyle/>
          <a:p>
            <a:pPr algn="ctr" indent="0" marL="0">
              <a:buNone/>
            </a:pPr>
            <a:r>
              <a:rPr lang="en-US" sz="2500" b="1" dirty="0">
                <a:solidFill>
                  <a:srgbClr val="3D3B3A"/>
                </a:solidFill>
                <a:latin typeface="Aptos" pitchFamily="34" charset="0"/>
                <a:ea typeface="Aptos" pitchFamily="34" charset="-122"/>
                <a:cs typeface="Aptos" pitchFamily="34" charset="-120"/>
              </a:rPr>
              <a:t>Bounded action</a:t>
            </a:r>
            <a:endParaRPr lang="en-US" sz="2500" dirty="0"/>
          </a:p>
        </p:txBody>
      </p:sp>
      <p:sp>
        <p:nvSpPr>
          <p:cNvPr id="11" name="Shape 8"/>
          <p:cNvSpPr/>
          <p:nvPr/>
        </p:nvSpPr>
        <p:spPr>
          <a:xfrm>
            <a:off x="6483096" y="2359152"/>
            <a:ext cx="2157984" cy="987552"/>
          </a:xfrm>
          <a:prstGeom prst="roundRect">
            <a:avLst>
              <a:gd name="adj" fmla="val 9259"/>
            </a:avLst>
          </a:prstGeom>
          <a:solidFill>
            <a:srgbClr val="292929"/>
          </a:solidFill>
          <a:ln w="16510">
            <a:solidFill>
              <a:srgbClr val="5F5F5F"/>
            </a:solidFill>
            <a:prstDash val="solid"/>
          </a:ln>
        </p:spPr>
      </p:sp>
      <p:sp>
        <p:nvSpPr>
          <p:cNvPr id="12" name="Text 9"/>
          <p:cNvSpPr/>
          <p:nvPr/>
        </p:nvSpPr>
        <p:spPr>
          <a:xfrm>
            <a:off x="6601968" y="2450592"/>
            <a:ext cx="1920240" cy="804672"/>
          </a:xfrm>
          <a:prstGeom prst="rect">
            <a:avLst/>
          </a:prstGeom>
          <a:noFill/>
          <a:ln/>
        </p:spPr>
        <p:txBody>
          <a:bodyPr wrap="square" lIns="0" tIns="0" rIns="0" bIns="0" rtlCol="0" anchor="ctr"/>
          <a:lstStyle/>
          <a:p>
            <a:pPr algn="ctr" indent="0" marL="0">
              <a:buNone/>
            </a:pPr>
            <a:r>
              <a:rPr lang="en-US" sz="2600" b="1" dirty="0">
                <a:solidFill>
                  <a:srgbClr val="DEDEDE"/>
                </a:solidFill>
                <a:latin typeface="Aptos" pitchFamily="34" charset="0"/>
                <a:ea typeface="Aptos" pitchFamily="34" charset="-122"/>
                <a:cs typeface="Aptos" pitchFamily="34" charset="-120"/>
              </a:rPr>
              <a:t>Verification</a:t>
            </a:r>
            <a:endParaRPr lang="en-US" sz="2600" dirty="0"/>
          </a:p>
        </p:txBody>
      </p:sp>
      <p:sp>
        <p:nvSpPr>
          <p:cNvPr id="13" name="Shape 10"/>
          <p:cNvSpPr/>
          <p:nvPr/>
        </p:nvSpPr>
        <p:spPr>
          <a:xfrm>
            <a:off x="9299448" y="2359152"/>
            <a:ext cx="2029968" cy="987552"/>
          </a:xfrm>
          <a:prstGeom prst="roundRect">
            <a:avLst>
              <a:gd name="adj" fmla="val 9259"/>
            </a:avLst>
          </a:prstGeom>
          <a:solidFill>
            <a:srgbClr val="292929"/>
          </a:solidFill>
          <a:ln w="16510">
            <a:solidFill>
              <a:srgbClr val="5F5F5F"/>
            </a:solidFill>
            <a:prstDash val="solid"/>
          </a:ln>
        </p:spPr>
      </p:sp>
      <p:sp>
        <p:nvSpPr>
          <p:cNvPr id="14" name="Text 11"/>
          <p:cNvSpPr/>
          <p:nvPr/>
        </p:nvSpPr>
        <p:spPr>
          <a:xfrm>
            <a:off x="9418320" y="2450592"/>
            <a:ext cx="1792224" cy="804672"/>
          </a:xfrm>
          <a:prstGeom prst="rect">
            <a:avLst/>
          </a:prstGeom>
          <a:noFill/>
          <a:ln/>
        </p:spPr>
        <p:txBody>
          <a:bodyPr wrap="square" lIns="0" tIns="0" rIns="0" bIns="0" rtlCol="0" anchor="ctr"/>
          <a:lstStyle/>
          <a:p>
            <a:pPr algn="ctr" indent="0" marL="0">
              <a:buNone/>
            </a:pPr>
            <a:r>
              <a:rPr lang="en-US" sz="2700" b="1" dirty="0">
                <a:solidFill>
                  <a:srgbClr val="DEDEDE"/>
                </a:solidFill>
                <a:latin typeface="Aptos" pitchFamily="34" charset="0"/>
                <a:ea typeface="Aptos" pitchFamily="34" charset="-122"/>
                <a:cs typeface="Aptos" pitchFamily="34" charset="-120"/>
              </a:rPr>
              <a:t>Human</a:t>
            </a:r>
            <a:endParaRPr lang="en-US" sz="2700" dirty="0"/>
          </a:p>
        </p:txBody>
      </p:sp>
      <p:sp>
        <p:nvSpPr>
          <p:cNvPr id="15" name="Shape 12"/>
          <p:cNvSpPr/>
          <p:nvPr/>
        </p:nvSpPr>
        <p:spPr>
          <a:xfrm>
            <a:off x="3008376" y="2852928"/>
            <a:ext cx="658368" cy="0"/>
          </a:xfrm>
          <a:prstGeom prst="line">
            <a:avLst/>
          </a:prstGeom>
          <a:noFill/>
          <a:ln w="25400">
            <a:solidFill>
              <a:srgbClr val="FD8EA1"/>
            </a:solidFill>
            <a:prstDash val="solid"/>
            <a:tailEnd type="triangle"/>
          </a:ln>
        </p:spPr>
      </p:sp>
      <p:sp>
        <p:nvSpPr>
          <p:cNvPr id="16" name="Shape 13"/>
          <p:cNvSpPr/>
          <p:nvPr/>
        </p:nvSpPr>
        <p:spPr>
          <a:xfrm>
            <a:off x="5824728" y="2852928"/>
            <a:ext cx="658368" cy="0"/>
          </a:xfrm>
          <a:prstGeom prst="line">
            <a:avLst/>
          </a:prstGeom>
          <a:noFill/>
          <a:ln w="25400">
            <a:solidFill>
              <a:srgbClr val="FD8EA1"/>
            </a:solidFill>
            <a:prstDash val="solid"/>
            <a:tailEnd type="triangle"/>
          </a:ln>
        </p:spPr>
      </p:sp>
      <p:sp>
        <p:nvSpPr>
          <p:cNvPr id="17" name="Shape 14"/>
          <p:cNvSpPr/>
          <p:nvPr/>
        </p:nvSpPr>
        <p:spPr>
          <a:xfrm>
            <a:off x="8641080" y="2852928"/>
            <a:ext cx="658368" cy="0"/>
          </a:xfrm>
          <a:prstGeom prst="line">
            <a:avLst/>
          </a:prstGeom>
          <a:noFill/>
          <a:ln w="25400">
            <a:solidFill>
              <a:srgbClr val="FD8EA1"/>
            </a:solidFill>
            <a:prstDash val="solid"/>
            <a:tailEnd type="triangle"/>
          </a:ln>
        </p:spPr>
      </p:sp>
      <p:sp>
        <p:nvSpPr>
          <p:cNvPr id="18" name="Text 15"/>
          <p:cNvSpPr/>
          <p:nvPr/>
        </p:nvSpPr>
        <p:spPr>
          <a:xfrm>
            <a:off x="896112" y="4261104"/>
            <a:ext cx="10405872" cy="1261872"/>
          </a:xfrm>
          <a:prstGeom prst="rect">
            <a:avLst/>
          </a:prstGeom>
          <a:noFill/>
          <a:ln/>
        </p:spPr>
        <p:txBody>
          <a:bodyPr wrap="square" lIns="0" tIns="0" rIns="0" bIns="0" rtlCol="0" anchor="ctr"/>
          <a:lstStyle/>
          <a:p>
            <a:pPr indent="0" marL="0">
              <a:buNone/>
            </a:pPr>
            <a:r>
              <a:rPr lang="en-US" sz="4000" b="1" dirty="0">
                <a:solidFill>
                  <a:srgbClr val="FD8EA1"/>
                </a:solidFill>
                <a:latin typeface="Aptos Display" pitchFamily="34" charset="0"/>
                <a:ea typeface="Aptos Display" pitchFamily="34" charset="-122"/>
                <a:cs typeface="Aptos Display" pitchFamily="34" charset="-120"/>
              </a:rPr>
              <a:t>Own the process.</a:t>
            </a:r>
            <a:endParaRPr lang="en-US" sz="4000" dirty="0"/>
          </a:p>
          <a:p>
            <a:pPr indent="0" marL="0">
              <a:buNone/>
            </a:pPr>
            <a:r>
              <a:rPr lang="en-US" sz="4000" b="1" dirty="0">
                <a:solidFill>
                  <a:srgbClr val="FD8EA1"/>
                </a:solidFill>
                <a:latin typeface="Aptos Display" pitchFamily="34" charset="0"/>
                <a:ea typeface="Aptos Display" pitchFamily="34" charset="-122"/>
                <a:cs typeface="Aptos Display" pitchFamily="34" charset="-120"/>
              </a:rPr>
              <a:t>Let the path adapt.</a:t>
            </a:r>
            <a:endParaRPr lang="en-US" sz="4000" dirty="0"/>
          </a:p>
        </p:txBody>
      </p:sp>
      <p:sp>
        <p:nvSpPr>
          <p:cNvPr id="19" name="Text 16"/>
          <p:cNvSpPr/>
          <p:nvPr/>
        </p:nvSpPr>
        <p:spPr>
          <a:xfrm>
            <a:off x="932688" y="5833872"/>
            <a:ext cx="10424160" cy="356616"/>
          </a:xfrm>
          <a:prstGeom prst="rect">
            <a:avLst/>
          </a:prstGeom>
          <a:noFill/>
          <a:ln/>
        </p:spPr>
        <p:txBody>
          <a:bodyPr wrap="square" lIns="0" tIns="0" rIns="0" bIns="0" rtlCol="0" anchor="ctr"/>
          <a:lstStyle/>
          <a:p>
            <a:pPr indent="0" marL="0">
              <a:buNone/>
            </a:pPr>
            <a:r>
              <a:rPr lang="en-US" sz="2100" dirty="0">
                <a:solidFill>
                  <a:srgbClr val="B0B0B0"/>
                </a:solidFill>
                <a:latin typeface="Aptos" pitchFamily="34" charset="0"/>
                <a:ea typeface="Aptos" pitchFamily="34" charset="-122"/>
                <a:cs typeface="Aptos" pitchFamily="34" charset="-120"/>
              </a:rPr>
              <a:t>PowerPoint + source + offline fallback + native extension included.</a:t>
            </a:r>
            <a:endParaRPr lang="en-US" sz="2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name="Slide 22">
    <p:bg>
      <p:bgPr>
        <a:solidFill>
          <a:srgbClr val="F7F4EF"/>
        </a:solidFill>
      </p:bgPr>
    </p:bg>
    <p:spTree>
      <p:nvGrpSpPr>
        <p:cNvPr id="1" name=""/>
        <p:cNvGrpSpPr/>
        <p:nvPr/>
      </p:nvGrpSpPr>
      <p:grpSpPr>
        <a:xfrm>
          <a:off x="0" y="0"/>
          <a:ext cx="0" cy="0"/>
          <a:chOff x="0" y="0"/>
          <a:chExt cx="0" cy="0"/>
        </a:xfrm>
      </p:grpSpPr>
      <p:sp>
        <p:nvSpPr>
          <p:cNvPr id="2" name="Text 0"/>
          <p:cNvSpPr/>
          <p:nvPr/>
        </p:nvSpPr>
        <p:spPr>
          <a:xfrm>
            <a:off x="566928" y="429768"/>
            <a:ext cx="11009376" cy="768096"/>
          </a:xfrm>
          <a:prstGeom prst="rect">
            <a:avLst/>
          </a:prstGeom>
          <a:noFill/>
          <a:ln/>
        </p:spPr>
        <p:txBody>
          <a:bodyPr wrap="square" lIns="0" tIns="0" rIns="0" bIns="0" rtlCol="0" anchor="t"/>
          <a:lstStyle/>
          <a:p>
            <a:pPr indent="0" marL="0">
              <a:buNone/>
            </a:pPr>
            <a:r>
              <a:rPr lang="en-US" sz="4400" b="1" dirty="0">
                <a:solidFill>
                  <a:srgbClr val="242424"/>
                </a:solidFill>
                <a:latin typeface="Aptos Display" pitchFamily="34" charset="0"/>
                <a:ea typeface="Aptos Display" pitchFamily="34" charset="-122"/>
                <a:cs typeface="Aptos Display" pitchFamily="34" charset="-120"/>
              </a:rPr>
              <a:t>Reference: the API contract</a:t>
            </a:r>
            <a:endParaRPr lang="en-US" sz="4400" dirty="0"/>
          </a:p>
        </p:txBody>
      </p:sp>
      <p:sp>
        <p:nvSpPr>
          <p:cNvPr id="3" name="Text 1"/>
          <p:cNvSpPr/>
          <p:nvPr/>
        </p:nvSpPr>
        <p:spPr>
          <a:xfrm>
            <a:off x="566928" y="6446520"/>
            <a:ext cx="4663440" cy="201168"/>
          </a:xfrm>
          <a:prstGeom prst="rect">
            <a:avLst/>
          </a:prstGeom>
          <a:noFill/>
          <a:ln/>
        </p:spPr>
        <p:txBody>
          <a:bodyPr wrap="square" lIns="0" tIns="0" rIns="0" bIns="0" rtlCol="0" anchor="ctr"/>
          <a:lstStyle/>
          <a:p>
            <a:pPr indent="0" marL="0">
              <a:buNone/>
            </a:pPr>
            <a:r>
              <a:rPr lang="en-US" sz="1100" spc="80" kern="0" dirty="0">
                <a:solidFill>
                  <a:srgbClr val="5C5C5C"/>
                </a:solidFill>
                <a:latin typeface="Aptos" pitchFamily="34" charset="0"/>
                <a:ea typeface="Aptos" pitchFamily="34" charset="-122"/>
                <a:cs typeface="Aptos" pitchFamily="34" charset="-120"/>
              </a:rPr>
              <a:t>LAUNCH RESCUE / REFERENCE</a:t>
            </a:r>
            <a:endParaRPr lang="en-US" sz="1100" dirty="0"/>
          </a:p>
        </p:txBody>
      </p:sp>
      <p:sp>
        <p:nvSpPr>
          <p:cNvPr id="4" name="Text 2">
            <a:hlinkClick r:id="rId1" tooltip=""/>
          </p:cNvPr>
          <p:cNvSpPr/>
          <p:nvPr/>
        </p:nvSpPr>
        <p:spPr>
          <a:xfrm>
            <a:off x="6437376" y="6446520"/>
            <a:ext cx="4599432" cy="201168"/>
          </a:xfrm>
          <a:prstGeom prst="rect">
            <a:avLst/>
          </a:prstGeom>
          <a:noFill/>
          <a:ln/>
        </p:spPr>
        <p:txBody>
          <a:bodyPr wrap="square" lIns="0" tIns="0" rIns="0" bIns="0" rtlCol="0" anchor="ctr"/>
          <a:lstStyle/>
          <a:p>
            <a:pPr algn="r" indent="0" marL="0">
              <a:buNone/>
            </a:pPr>
            <a:r>
              <a:rPr lang="en-US" sz="1100" u="sng" dirty="0">
                <a:solidFill>
                  <a:srgbClr val="5C5C5C"/>
                </a:solid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S3  |  10 OCT 2026</a:t>
            </a:r>
            <a:endParaRPr lang="en-US" sz="1100" dirty="0"/>
          </a:p>
        </p:txBody>
      </p:sp>
      <p:sp>
        <p:nvSpPr>
          <p:cNvPr id="5" name="Text 3"/>
          <p:cNvSpPr/>
          <p:nvPr/>
        </p:nvSpPr>
        <p:spPr>
          <a:xfrm>
            <a:off x="11137392" y="6419088"/>
            <a:ext cx="457200" cy="256032"/>
          </a:xfrm>
          <a:prstGeom prst="rect">
            <a:avLst/>
          </a:prstGeom>
          <a:noFill/>
          <a:ln/>
        </p:spPr>
        <p:txBody>
          <a:bodyPr wrap="square" lIns="0" tIns="0" rIns="0" bIns="0" rtlCol="0" anchor="ctr"/>
          <a:lstStyle/>
          <a:p>
            <a:pPr algn="r" indent="0" marL="0">
              <a:buNone/>
            </a:pPr>
            <a:r>
              <a:rPr lang="en-US" sz="1300" dirty="0">
                <a:solidFill>
                  <a:srgbClr val="5C5C5C"/>
                </a:solidFill>
                <a:latin typeface="Aptos" pitchFamily="34" charset="0"/>
                <a:ea typeface="Aptos" pitchFamily="34" charset="-122"/>
                <a:cs typeface="Aptos" pitchFamily="34" charset="-120"/>
              </a:rPr>
              <a:t>22</a:t>
            </a:r>
            <a:endParaRPr lang="en-US" sz="1300" dirty="0"/>
          </a:p>
        </p:txBody>
      </p:sp>
      <p:sp>
        <p:nvSpPr>
          <p:cNvPr id="7" name="Text 4"/>
          <p:cNvSpPr/>
          <p:nvPr/>
        </p:nvSpPr>
        <p:spPr>
          <a:xfrm>
            <a:off x="786384" y="1709928"/>
            <a:ext cx="2770632" cy="621792"/>
          </a:xfrm>
          <a:prstGeom prst="rect">
            <a:avLst/>
          </a:prstGeom>
          <a:noFill/>
          <a:ln/>
        </p:spPr>
        <p:txBody>
          <a:bodyPr wrap="square" lIns="0" tIns="0" rIns="0" bIns="0" rtlCol="0" anchor="t"/>
          <a:lstStyle/>
          <a:p>
            <a:pPr indent="0" marL="0">
              <a:buNone/>
            </a:pPr>
            <a:r>
              <a:rPr lang="en-US" sz="2600" b="1" dirty="0">
                <a:solidFill>
                  <a:srgbClr val="B11F4B"/>
                </a:solidFill>
                <a:latin typeface="Consolas" pitchFamily="34" charset="0"/>
                <a:ea typeface="Consolas" pitchFamily="34" charset="-122"/>
                <a:cs typeface="Consolas" pitchFamily="34" charset="-120"/>
              </a:rPr>
              <a:t>ctx.agent</a:t>
            </a:r>
            <a:endParaRPr lang="en-US" sz="2600" dirty="0"/>
          </a:p>
        </p:txBody>
      </p:sp>
      <p:sp>
        <p:nvSpPr>
          <p:cNvPr id="8" name="Text 5"/>
          <p:cNvSpPr/>
          <p:nvPr/>
        </p:nvSpPr>
        <p:spPr>
          <a:xfrm>
            <a:off x="3685032" y="1709928"/>
            <a:ext cx="7516368" cy="795528"/>
          </a:xfrm>
          <a:prstGeom prst="rect">
            <a:avLst/>
          </a:prstGeom>
          <a:noFill/>
          <a:ln/>
        </p:spPr>
        <p:txBody>
          <a:bodyPr wrap="square" lIns="0" tIns="0" rIns="0" bIns="0" rtlCol="0" anchor="t"/>
          <a:lstStyle/>
          <a:p>
            <a:pPr indent="0" marL="0">
              <a:buNone/>
            </a:pPr>
            <a:r>
              <a:rPr lang="en-US" sz="2400" dirty="0">
                <a:solidFill>
                  <a:srgbClr val="242424"/>
                </a:solidFill>
                <a:latin typeface="Aptos" pitchFamily="34" charset="0"/>
                <a:ea typeface="Aptos" pitchFamily="34" charset="-122"/>
                <a:cs typeface="Aptos" pitchFamily="34" charset="-120"/>
              </a:rPr>
              <a:t>Explicit model + effort + shape. Guard null and validate semantics.</a:t>
            </a:r>
            <a:endParaRPr lang="en-US" sz="2400" dirty="0"/>
          </a:p>
        </p:txBody>
      </p:sp>
      <p:sp>
        <p:nvSpPr>
          <p:cNvPr id="9" name="Text 6"/>
          <p:cNvSpPr/>
          <p:nvPr/>
        </p:nvSpPr>
        <p:spPr>
          <a:xfrm>
            <a:off x="786384" y="2715768"/>
            <a:ext cx="2770632" cy="621792"/>
          </a:xfrm>
          <a:prstGeom prst="rect">
            <a:avLst/>
          </a:prstGeom>
          <a:noFill/>
          <a:ln/>
        </p:spPr>
        <p:txBody>
          <a:bodyPr wrap="square" lIns="0" tIns="0" rIns="0" bIns="0" rtlCol="0" anchor="t"/>
          <a:lstStyle/>
          <a:p>
            <a:pPr indent="0" marL="0">
              <a:buNone/>
            </a:pPr>
            <a:r>
              <a:rPr lang="en-US" sz="2600" b="1" dirty="0">
                <a:solidFill>
                  <a:srgbClr val="B11F4B"/>
                </a:solidFill>
                <a:latin typeface="Consolas" pitchFamily="34" charset="0"/>
                <a:ea typeface="Consolas" pitchFamily="34" charset="-122"/>
                <a:cs typeface="Consolas" pitchFamily="34" charset="-120"/>
              </a:rPr>
              <a:t>ctx.parallel</a:t>
            </a:r>
            <a:endParaRPr lang="en-US" sz="2600" dirty="0"/>
          </a:p>
        </p:txBody>
      </p:sp>
      <p:sp>
        <p:nvSpPr>
          <p:cNvPr id="10" name="Text 7"/>
          <p:cNvSpPr/>
          <p:nvPr/>
        </p:nvSpPr>
        <p:spPr>
          <a:xfrm>
            <a:off x="3685032" y="2715768"/>
            <a:ext cx="7516368" cy="795528"/>
          </a:xfrm>
          <a:prstGeom prst="rect">
            <a:avLst/>
          </a:prstGeom>
          <a:noFill/>
          <a:ln/>
        </p:spPr>
        <p:txBody>
          <a:bodyPr wrap="square" lIns="0" tIns="0" rIns="0" bIns="0" rtlCol="0" anchor="t"/>
          <a:lstStyle/>
          <a:p>
            <a:pPr indent="0" marL="0">
              <a:buNone/>
            </a:pPr>
            <a:r>
              <a:rPr lang="en-US" sz="2400" dirty="0">
                <a:solidFill>
                  <a:srgbClr val="242424"/>
                </a:solidFill>
                <a:latin typeface="Aptos" pitchFamily="34" charset="0"/>
                <a:ea typeface="Aptos" pitchFamily="34" charset="-122"/>
                <a:cs typeface="Aptos" pitchFamily="34" charset="-120"/>
              </a:rPr>
              <a:t>Independent calls overlap; the next barrier waits for all results.</a:t>
            </a:r>
            <a:endParaRPr lang="en-US" sz="2400" dirty="0"/>
          </a:p>
        </p:txBody>
      </p:sp>
      <p:sp>
        <p:nvSpPr>
          <p:cNvPr id="11" name="Text 8"/>
          <p:cNvSpPr/>
          <p:nvPr/>
        </p:nvSpPr>
        <p:spPr>
          <a:xfrm>
            <a:off x="786384" y="3721608"/>
            <a:ext cx="2770632" cy="621792"/>
          </a:xfrm>
          <a:prstGeom prst="rect">
            <a:avLst/>
          </a:prstGeom>
          <a:noFill/>
          <a:ln/>
        </p:spPr>
        <p:txBody>
          <a:bodyPr wrap="square" lIns="0" tIns="0" rIns="0" bIns="0" rtlCol="0" anchor="t"/>
          <a:lstStyle/>
          <a:p>
            <a:pPr indent="0" marL="0">
              <a:buNone/>
            </a:pPr>
            <a:r>
              <a:rPr lang="en-US" sz="2600" b="1" dirty="0">
                <a:solidFill>
                  <a:srgbClr val="B11F4B"/>
                </a:solidFill>
                <a:latin typeface="Consolas" pitchFamily="34" charset="0"/>
                <a:ea typeface="Consolas" pitchFamily="34" charset="-122"/>
                <a:cs typeface="Consolas" pitchFamily="34" charset="-120"/>
              </a:rPr>
              <a:t>ctx.step</a:t>
            </a:r>
            <a:endParaRPr lang="en-US" sz="2600" dirty="0"/>
          </a:p>
        </p:txBody>
      </p:sp>
      <p:sp>
        <p:nvSpPr>
          <p:cNvPr id="12" name="Text 9"/>
          <p:cNvSpPr/>
          <p:nvPr/>
        </p:nvSpPr>
        <p:spPr>
          <a:xfrm>
            <a:off x="3685032" y="3721608"/>
            <a:ext cx="7516368" cy="795528"/>
          </a:xfrm>
          <a:prstGeom prst="rect">
            <a:avLst/>
          </a:prstGeom>
          <a:noFill/>
          <a:ln/>
        </p:spPr>
        <p:txBody>
          <a:bodyPr wrap="square" lIns="0" tIns="0" rIns="0" bIns="0" rtlCol="0" anchor="t"/>
          <a:lstStyle/>
          <a:p>
            <a:pPr indent="0" marL="0">
              <a:buNone/>
            </a:pPr>
            <a:r>
              <a:rPr lang="en-US" sz="2400" dirty="0">
                <a:solidFill>
                  <a:srgbClr val="242424"/>
                </a:solidFill>
                <a:latin typeface="Aptos" pitchFamily="34" charset="0"/>
                <a:ea typeface="Aptos" pitchFamily="34" charset="-122"/>
                <a:cs typeface="Aptos" pitchFamily="34" charset="-120"/>
              </a:rPr>
              <a:t>Versioned key + JSON result. Keep effects idempotent.</a:t>
            </a:r>
            <a:endParaRPr lang="en-US" sz="2400" dirty="0"/>
          </a:p>
        </p:txBody>
      </p:sp>
      <p:sp>
        <p:nvSpPr>
          <p:cNvPr id="13" name="Text 10"/>
          <p:cNvSpPr/>
          <p:nvPr/>
        </p:nvSpPr>
        <p:spPr>
          <a:xfrm>
            <a:off x="786384" y="4727448"/>
            <a:ext cx="2770632" cy="621792"/>
          </a:xfrm>
          <a:prstGeom prst="rect">
            <a:avLst/>
          </a:prstGeom>
          <a:noFill/>
          <a:ln/>
        </p:spPr>
        <p:txBody>
          <a:bodyPr wrap="square" lIns="0" tIns="0" rIns="0" bIns="0" rtlCol="0" anchor="t"/>
          <a:lstStyle/>
          <a:p>
            <a:pPr indent="0" marL="0">
              <a:buNone/>
            </a:pPr>
            <a:r>
              <a:rPr lang="en-US" sz="2600" b="1" dirty="0">
                <a:solidFill>
                  <a:srgbClr val="B11F4B"/>
                </a:solidFill>
                <a:latin typeface="Consolas" pitchFamily="34" charset="0"/>
                <a:ea typeface="Consolas" pitchFamily="34" charset="-122"/>
                <a:cs typeface="Consolas" pitchFamily="34" charset="-120"/>
              </a:rPr>
              <a:t>ctx.pause</a:t>
            </a:r>
            <a:endParaRPr lang="en-US" sz="2600" dirty="0"/>
          </a:p>
        </p:txBody>
      </p:sp>
      <p:sp>
        <p:nvSpPr>
          <p:cNvPr id="14" name="Text 11"/>
          <p:cNvSpPr/>
          <p:nvPr/>
        </p:nvSpPr>
        <p:spPr>
          <a:xfrm>
            <a:off x="3685032" y="4727448"/>
            <a:ext cx="7516368" cy="795528"/>
          </a:xfrm>
          <a:prstGeom prst="rect">
            <a:avLst/>
          </a:prstGeom>
          <a:noFill/>
          <a:ln/>
        </p:spPr>
        <p:txBody>
          <a:bodyPr wrap="square" lIns="0" tIns="0" rIns="0" bIns="0" rtlCol="0" anchor="t"/>
          <a:lstStyle/>
          <a:p>
            <a:pPr indent="0" marL="0">
              <a:buNone/>
            </a:pPr>
            <a:r>
              <a:rPr lang="en-US" sz="2400" dirty="0">
                <a:solidFill>
                  <a:srgbClr val="242424"/>
                </a:solidFill>
                <a:latin typeface="Aptos" pitchFamily="34" charset="0"/>
                <a:ea typeface="Aptos" pitchFamily="34" charset="-122"/>
                <a:cs typeface="Aptos" pitchFamily="34" charset="-120"/>
              </a:rPr>
              <a:t>One-shot durable checkpoint. Resume reuses saved work.</a:t>
            </a:r>
            <a:endParaRPr lang="en-US" sz="2400" dirty="0"/>
          </a:p>
        </p:txBody>
      </p:sp>
      <p:sp>
        <p:nvSpPr>
          <p:cNvPr id="15" name="Text 12"/>
          <p:cNvSpPr/>
          <p:nvPr/>
        </p:nvSpPr>
        <p:spPr>
          <a:xfrm>
            <a:off x="886968" y="5687568"/>
            <a:ext cx="10442448" cy="438912"/>
          </a:xfrm>
          <a:prstGeom prst="rect">
            <a:avLst/>
          </a:prstGeom>
          <a:noFill/>
          <a:ln/>
        </p:spPr>
        <p:txBody>
          <a:bodyPr wrap="square" lIns="0" tIns="0" rIns="0" bIns="0" rtlCol="0" anchor="ctr"/>
          <a:lstStyle/>
          <a:p>
            <a:pPr indent="0" marL="0">
              <a:buNone/>
            </a:pPr>
            <a:r>
              <a:rPr lang="en-US" sz="2000" dirty="0">
                <a:solidFill>
                  <a:srgbClr val="5C5C5C"/>
                </a:solidFill>
                <a:latin typeface="Aptos" pitchFamily="34" charset="0"/>
                <a:ea typeface="Aptos" pitchFamily="34" charset="-122"/>
                <a:cs typeface="Aptos" pitchFamily="34" charset="-120"/>
              </a:rPr>
              <a:t>Not full JSON Schema. Not exactly-once. Not nested workflows.</a:t>
            </a:r>
            <a:endParaRPr lang="en-US" sz="2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name="Slide 23">
    <p:bg>
      <p:bgPr>
        <a:solidFill>
          <a:srgbClr val="3D3B3A"/>
        </a:solidFill>
      </p:bgPr>
    </p:bg>
    <p:spTree>
      <p:nvGrpSpPr>
        <p:cNvPr id="1" name=""/>
        <p:cNvGrpSpPr/>
        <p:nvPr/>
      </p:nvGrpSpPr>
      <p:grpSpPr>
        <a:xfrm>
          <a:off x="0" y="0"/>
          <a:ext cx="0" cy="0"/>
          <a:chOff x="0" y="0"/>
          <a:chExt cx="0" cy="0"/>
        </a:xfrm>
      </p:grpSpPr>
      <p:sp>
        <p:nvSpPr>
          <p:cNvPr id="2" name="Text 0"/>
          <p:cNvSpPr/>
          <p:nvPr/>
        </p:nvSpPr>
        <p:spPr>
          <a:xfrm>
            <a:off x="566928" y="429768"/>
            <a:ext cx="11009376" cy="768096"/>
          </a:xfrm>
          <a:prstGeom prst="rect">
            <a:avLst/>
          </a:prstGeom>
          <a:noFill/>
          <a:ln/>
        </p:spPr>
        <p:txBody>
          <a:bodyPr wrap="square" lIns="0" tIns="0" rIns="0" bIns="0" rtlCol="0" anchor="t"/>
          <a:lstStyle/>
          <a:p>
            <a:pPr indent="0" marL="0">
              <a:buNone/>
            </a:pPr>
            <a:r>
              <a:rPr lang="en-US" sz="4400" b="1" dirty="0">
                <a:solidFill>
                  <a:srgbClr val="DEDEDE"/>
                </a:solidFill>
                <a:latin typeface="Aptos Display" pitchFamily="34" charset="0"/>
                <a:ea typeface="Aptos Display" pitchFamily="34" charset="-122"/>
                <a:cs typeface="Aptos Display" pitchFamily="34" charset="-120"/>
              </a:rPr>
              <a:t>Reference: preflight the actual host</a:t>
            </a:r>
            <a:endParaRPr lang="en-US" sz="4400" dirty="0"/>
          </a:p>
        </p:txBody>
      </p:sp>
      <p:sp>
        <p:nvSpPr>
          <p:cNvPr id="3" name="Text 1"/>
          <p:cNvSpPr/>
          <p:nvPr/>
        </p:nvSpPr>
        <p:spPr>
          <a:xfrm>
            <a:off x="566928" y="6446520"/>
            <a:ext cx="4663440" cy="201168"/>
          </a:xfrm>
          <a:prstGeom prst="rect">
            <a:avLst/>
          </a:prstGeom>
          <a:noFill/>
          <a:ln/>
        </p:spPr>
        <p:txBody>
          <a:bodyPr wrap="square" lIns="0" tIns="0" rIns="0" bIns="0" rtlCol="0" anchor="ctr"/>
          <a:lstStyle/>
          <a:p>
            <a:pPr indent="0" marL="0">
              <a:buNone/>
            </a:pPr>
            <a:r>
              <a:rPr lang="en-US" sz="1100" spc="80" kern="0" dirty="0">
                <a:solidFill>
                  <a:srgbClr val="B0B0B0"/>
                </a:solidFill>
                <a:latin typeface="Aptos" pitchFamily="34" charset="0"/>
                <a:ea typeface="Aptos" pitchFamily="34" charset="-122"/>
                <a:cs typeface="Aptos" pitchFamily="34" charset="-120"/>
              </a:rPr>
              <a:t>LAUNCH RESCUE / REFERENCE</a:t>
            </a:r>
            <a:endParaRPr lang="en-US" sz="1100" dirty="0"/>
          </a:p>
        </p:txBody>
      </p:sp>
      <p:sp>
        <p:nvSpPr>
          <p:cNvPr id="4" name="Text 2">
            <a:hlinkClick r:id="rId1" tooltip=""/>
          </p:cNvPr>
          <p:cNvSpPr/>
          <p:nvPr/>
        </p:nvSpPr>
        <p:spPr>
          <a:xfrm>
            <a:off x="6437376" y="6446520"/>
            <a:ext cx="4599432" cy="201168"/>
          </a:xfrm>
          <a:prstGeom prst="rect">
            <a:avLst/>
          </a:prstGeom>
          <a:noFill/>
          <a:ln/>
        </p:spPr>
        <p:txBody>
          <a:bodyPr wrap="square" lIns="0" tIns="0" rIns="0" bIns="0" rtlCol="0" anchor="ctr"/>
          <a:lstStyle/>
          <a:p>
            <a:pPr algn="r" indent="0" marL="0">
              <a:buNone/>
            </a:pPr>
            <a:r>
              <a:rPr lang="en-US" sz="1100" u="sng" dirty="0">
                <a:solidFill>
                  <a:srgbClr val="B0B0B0"/>
                </a:solid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S1 · S2 · S3 · S5  |  10 OCT 2026</a:t>
            </a:r>
            <a:endParaRPr lang="en-US" sz="1100" dirty="0"/>
          </a:p>
        </p:txBody>
      </p:sp>
      <p:sp>
        <p:nvSpPr>
          <p:cNvPr id="5" name="Text 3"/>
          <p:cNvSpPr/>
          <p:nvPr/>
        </p:nvSpPr>
        <p:spPr>
          <a:xfrm>
            <a:off x="11137392" y="6419088"/>
            <a:ext cx="457200" cy="256032"/>
          </a:xfrm>
          <a:prstGeom prst="rect">
            <a:avLst/>
          </a:prstGeom>
          <a:noFill/>
          <a:ln/>
        </p:spPr>
        <p:txBody>
          <a:bodyPr wrap="square" lIns="0" tIns="0" rIns="0" bIns="0" rtlCol="0" anchor="ctr"/>
          <a:lstStyle/>
          <a:p>
            <a:pPr algn="r" indent="0" marL="0">
              <a:buNone/>
            </a:pPr>
            <a:r>
              <a:rPr lang="en-US" sz="1300" dirty="0">
                <a:solidFill>
                  <a:srgbClr val="B0B0B0"/>
                </a:solidFill>
                <a:latin typeface="Aptos" pitchFamily="34" charset="0"/>
                <a:ea typeface="Aptos" pitchFamily="34" charset="-122"/>
                <a:cs typeface="Aptos" pitchFamily="34" charset="-120"/>
              </a:rPr>
              <a:t>23</a:t>
            </a:r>
            <a:endParaRPr lang="en-US" sz="1300" dirty="0"/>
          </a:p>
        </p:txBody>
      </p:sp>
      <p:sp>
        <p:nvSpPr>
          <p:cNvPr id="7" name="Shape 4"/>
          <p:cNvSpPr/>
          <p:nvPr/>
        </p:nvSpPr>
        <p:spPr>
          <a:xfrm>
            <a:off x="704088" y="1746504"/>
            <a:ext cx="5285232" cy="3127248"/>
          </a:xfrm>
          <a:prstGeom prst="roundRect">
            <a:avLst>
              <a:gd name="adj" fmla="val 3509"/>
            </a:avLst>
          </a:prstGeom>
          <a:solidFill>
            <a:srgbClr val="292929"/>
          </a:solidFill>
          <a:ln w="12700">
            <a:solidFill>
              <a:srgbClr val="5F5F5F"/>
            </a:solidFill>
            <a:prstDash val="solid"/>
          </a:ln>
        </p:spPr>
      </p:sp>
      <p:sp>
        <p:nvSpPr>
          <p:cNvPr id="8" name="Text 5"/>
          <p:cNvSpPr/>
          <p:nvPr/>
        </p:nvSpPr>
        <p:spPr>
          <a:xfrm>
            <a:off x="905256" y="1947672"/>
            <a:ext cx="4882896" cy="603504"/>
          </a:xfrm>
          <a:prstGeom prst="rect">
            <a:avLst/>
          </a:prstGeom>
          <a:noFill/>
          <a:ln/>
        </p:spPr>
        <p:txBody>
          <a:bodyPr wrap="square" lIns="0" tIns="0" rIns="0" bIns="0" rtlCol="0" anchor="ctr"/>
          <a:lstStyle/>
          <a:p>
            <a:pPr indent="0" marL="0">
              <a:buNone/>
            </a:pPr>
            <a:r>
              <a:rPr lang="en-US" sz="2800" b="1" dirty="0">
                <a:solidFill>
                  <a:srgbClr val="DEDEDE"/>
                </a:solidFill>
                <a:latin typeface="Aptos" pitchFamily="34" charset="0"/>
                <a:ea typeface="Aptos" pitchFamily="34" charset="-122"/>
                <a:cs typeface="Aptos" pitchFamily="34" charset="-120"/>
              </a:rPr>
              <a:t>Client + plan</a:t>
            </a:r>
            <a:endParaRPr lang="en-US" sz="2800" dirty="0"/>
          </a:p>
        </p:txBody>
      </p:sp>
      <p:sp>
        <p:nvSpPr>
          <p:cNvPr id="9" name="Text 6"/>
          <p:cNvSpPr/>
          <p:nvPr/>
        </p:nvSpPr>
        <p:spPr>
          <a:xfrm>
            <a:off x="905256" y="2679192"/>
            <a:ext cx="4882896" cy="2029968"/>
          </a:xfrm>
          <a:prstGeom prst="rect">
            <a:avLst/>
          </a:prstGeom>
          <a:noFill/>
          <a:ln/>
        </p:spPr>
        <p:txBody>
          <a:bodyPr wrap="square" lIns="0" tIns="0" rIns="0" bIns="0" rtlCol="0" anchor="t"/>
          <a:lstStyle/>
          <a:p>
            <a:pPr indent="0" marL="0">
              <a:buNone/>
            </a:pPr>
            <a:r>
              <a:rPr lang="en-US" sz="2400" dirty="0">
                <a:solidFill>
                  <a:srgbClr val="B0B0B0"/>
                </a:solidFill>
                <a:latin typeface="Aptos" pitchFamily="34" charset="0"/>
                <a:ea typeface="Aptos" pitchFamily="34" charset="-122"/>
                <a:cs typeface="Aptos" pitchFamily="34" charset="-120"/>
              </a:rPr>
              <a:t>Experimental features on.</a:t>
            </a:r>
            <a:endParaRPr lang="en-US" sz="2400" dirty="0"/>
          </a:p>
          <a:p>
            <a:pPr indent="0" marL="0">
              <a:buNone/>
            </a:pPr>
            <a:r>
              <a:rPr lang="en-US" sz="2400" dirty="0">
                <a:solidFill>
                  <a:srgbClr val="B0B0B0"/>
                </a:solidFill>
                <a:latin typeface="Aptos" pitchFamily="34" charset="0"/>
                <a:ea typeface="Aptos" pitchFamily="34" charset="-122"/>
                <a:cs typeface="Aptos" pitchFamily="34" charset="-120"/>
              </a:rPr>
              <a:t>Eligible plan + authentication.</a:t>
            </a:r>
            <a:endParaRPr lang="en-US" sz="2400" dirty="0"/>
          </a:p>
          <a:p>
            <a:pPr indent="0" marL="0">
              <a:buNone/>
            </a:pPr>
            <a:r>
              <a:rPr lang="en-US" sz="2400" dirty="0">
                <a:solidFill>
                  <a:srgbClr val="B0B0B0"/>
                </a:solidFill>
                <a:latin typeface="Aptos" pitchFamily="34" charset="0"/>
                <a:ea typeface="Aptos" pitchFamily="34" charset="-122"/>
                <a:cs typeface="Aptos" pitchFamily="34" charset="-120"/>
              </a:rPr>
              <a:t>App monitoring: local sessions.</a:t>
            </a:r>
            <a:endParaRPr lang="en-US" sz="2400" dirty="0"/>
          </a:p>
        </p:txBody>
      </p:sp>
      <p:sp>
        <p:nvSpPr>
          <p:cNvPr id="10" name="Shape 7"/>
          <p:cNvSpPr/>
          <p:nvPr/>
        </p:nvSpPr>
        <p:spPr>
          <a:xfrm>
            <a:off x="6208776" y="1746504"/>
            <a:ext cx="5285232" cy="3127248"/>
          </a:xfrm>
          <a:prstGeom prst="roundRect">
            <a:avLst>
              <a:gd name="adj" fmla="val 3509"/>
            </a:avLst>
          </a:prstGeom>
          <a:solidFill>
            <a:srgbClr val="292929"/>
          </a:solidFill>
          <a:ln w="25400">
            <a:solidFill>
              <a:srgbClr val="FD8EA1"/>
            </a:solidFill>
            <a:prstDash val="solid"/>
          </a:ln>
        </p:spPr>
      </p:sp>
      <p:sp>
        <p:nvSpPr>
          <p:cNvPr id="11" name="Text 8"/>
          <p:cNvSpPr/>
          <p:nvPr/>
        </p:nvSpPr>
        <p:spPr>
          <a:xfrm>
            <a:off x="6409944" y="1947672"/>
            <a:ext cx="4882896" cy="603504"/>
          </a:xfrm>
          <a:prstGeom prst="rect">
            <a:avLst/>
          </a:prstGeom>
          <a:noFill/>
          <a:ln/>
        </p:spPr>
        <p:txBody>
          <a:bodyPr wrap="square" lIns="0" tIns="0" rIns="0" bIns="0" rtlCol="0" anchor="ctr"/>
          <a:lstStyle/>
          <a:p>
            <a:pPr indent="0" marL="0">
              <a:buNone/>
            </a:pPr>
            <a:r>
              <a:rPr lang="en-US" sz="2800" b="1" dirty="0">
                <a:solidFill>
                  <a:srgbClr val="DEDEDE"/>
                </a:solidFill>
                <a:latin typeface="Aptos" pitchFamily="34" charset="0"/>
                <a:ea typeface="Aptos" pitchFamily="34" charset="-122"/>
                <a:cs typeface="Aptos" pitchFamily="34" charset="-120"/>
              </a:rPr>
              <a:t>Models + limits</a:t>
            </a:r>
            <a:endParaRPr lang="en-US" sz="2800" dirty="0"/>
          </a:p>
        </p:txBody>
      </p:sp>
      <p:sp>
        <p:nvSpPr>
          <p:cNvPr id="12" name="Text 9"/>
          <p:cNvSpPr/>
          <p:nvPr/>
        </p:nvSpPr>
        <p:spPr>
          <a:xfrm>
            <a:off x="6409944" y="2679192"/>
            <a:ext cx="4882896" cy="2029968"/>
          </a:xfrm>
          <a:prstGeom prst="rect">
            <a:avLst/>
          </a:prstGeom>
          <a:noFill/>
          <a:ln/>
        </p:spPr>
        <p:txBody>
          <a:bodyPr wrap="square" lIns="0" tIns="0" rIns="0" bIns="0" rtlCol="0" anchor="t"/>
          <a:lstStyle/>
          <a:p>
            <a:pPr indent="0" marL="0">
              <a:buNone/>
            </a:pPr>
            <a:r>
              <a:rPr lang="en-US" sz="2400" dirty="0">
                <a:solidFill>
                  <a:srgbClr val="B0B0B0"/>
                </a:solidFill>
                <a:latin typeface="Aptos" pitchFamily="34" charset="0"/>
                <a:ea typeface="Aptos" pitchFamily="34" charset="-122"/>
                <a:cs typeface="Aptos" pitchFamily="34" charset="-120"/>
              </a:rPr>
              <a:t>GPT-6.1 Sol / max</a:t>
            </a:r>
            <a:endParaRPr lang="en-US" sz="2400" dirty="0"/>
          </a:p>
          <a:p>
            <a:pPr indent="0" marL="0">
              <a:buNone/>
            </a:pPr>
            <a:r>
              <a:rPr lang="en-US" sz="2400" dirty="0">
                <a:solidFill>
                  <a:srgbClr val="B0B0B0"/>
                </a:solidFill>
                <a:latin typeface="Aptos" pitchFamily="34" charset="0"/>
                <a:ea typeface="Aptos" pitchFamily="34" charset="-122"/>
                <a:cs typeface="Aptos" pitchFamily="34" charset="-120"/>
              </a:rPr>
              <a:t>Sonnet 5.5 / high</a:t>
            </a:r>
            <a:endParaRPr lang="en-US" sz="2400" dirty="0"/>
          </a:p>
          <a:p>
            <a:pPr indent="0" marL="0">
              <a:buNone/>
            </a:pPr>
            <a:r>
              <a:rPr lang="en-US" sz="2400" dirty="0">
                <a:solidFill>
                  <a:srgbClr val="B0B0B0"/>
                </a:solidFill>
                <a:latin typeface="Aptos" pitchFamily="34" charset="0"/>
                <a:ea typeface="Aptos" pitchFamily="34" charset="-122"/>
                <a:cs typeface="Aptos" pitchFamily="34" charset="-120"/>
              </a:rPr>
              <a:t>2 concurrent; 6 admissions</a:t>
            </a:r>
            <a:endParaRPr lang="en-US" sz="2400" dirty="0"/>
          </a:p>
          <a:p>
            <a:pPr indent="0" marL="0">
              <a:buNone/>
            </a:pPr>
            <a:r>
              <a:rPr lang="en-US" sz="2400" dirty="0">
                <a:solidFill>
                  <a:srgbClr val="B0B0B0"/>
                </a:solidFill>
                <a:latin typeface="Aptos" pitchFamily="34" charset="0"/>
                <a:ea typeface="Aptos" pitchFamily="34" charset="-122"/>
                <a:cs typeface="Aptos" pitchFamily="34" charset="-120"/>
              </a:rPr>
              <a:t>480 seconds active runtime</a:t>
            </a:r>
            <a:endParaRPr lang="en-US" sz="2400" dirty="0"/>
          </a:p>
        </p:txBody>
      </p:sp>
      <p:sp>
        <p:nvSpPr>
          <p:cNvPr id="13" name="Text 10"/>
          <p:cNvSpPr/>
          <p:nvPr/>
        </p:nvSpPr>
        <p:spPr>
          <a:xfrm>
            <a:off x="877824" y="5330952"/>
            <a:ext cx="10442448" cy="777240"/>
          </a:xfrm>
          <a:prstGeom prst="rect">
            <a:avLst/>
          </a:prstGeom>
          <a:noFill/>
          <a:ln/>
        </p:spPr>
        <p:txBody>
          <a:bodyPr wrap="square" lIns="0" tIns="0" rIns="0" bIns="0" rtlCol="0" anchor="ctr"/>
          <a:lstStyle/>
          <a:p>
            <a:pPr indent="0" marL="0">
              <a:buNone/>
            </a:pPr>
            <a:r>
              <a:rPr lang="en-US" sz="2500" b="1" dirty="0">
                <a:solidFill>
                  <a:srgbClr val="DEDEDE"/>
                </a:solidFill>
                <a:latin typeface="Aptos" pitchFamily="34" charset="0"/>
                <a:ea typeface="Aptos" pitchFamily="34" charset="-122"/>
                <a:cs typeface="Aptos" pitchFamily="34" charset="-120"/>
              </a:rPr>
              <a:t>AI-credit limits are approximate. Measure usage before setting a budget.</a:t>
            </a:r>
            <a:endParaRPr lang="en-US" sz="2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name="Slide 24">
    <p:bg>
      <p:bgPr>
        <a:solidFill>
          <a:srgbClr val="F7F4EF"/>
        </a:solidFill>
      </p:bgPr>
    </p:bg>
    <p:spTree>
      <p:nvGrpSpPr>
        <p:cNvPr id="1" name=""/>
        <p:cNvGrpSpPr/>
        <p:nvPr/>
      </p:nvGrpSpPr>
      <p:grpSpPr>
        <a:xfrm>
          <a:off x="0" y="0"/>
          <a:ext cx="0" cy="0"/>
          <a:chOff x="0" y="0"/>
          <a:chExt cx="0" cy="0"/>
        </a:xfrm>
      </p:grpSpPr>
      <p:sp>
        <p:nvSpPr>
          <p:cNvPr id="2" name="Text 0"/>
          <p:cNvSpPr/>
          <p:nvPr/>
        </p:nvSpPr>
        <p:spPr>
          <a:xfrm>
            <a:off x="566928" y="429768"/>
            <a:ext cx="11009376" cy="768096"/>
          </a:xfrm>
          <a:prstGeom prst="rect">
            <a:avLst/>
          </a:prstGeom>
          <a:noFill/>
          <a:ln/>
        </p:spPr>
        <p:txBody>
          <a:bodyPr wrap="square" lIns="0" tIns="0" rIns="0" bIns="0" rtlCol="0" anchor="t"/>
          <a:lstStyle/>
          <a:p>
            <a:pPr indent="0" marL="0">
              <a:buNone/>
            </a:pPr>
            <a:r>
              <a:rPr lang="en-US" sz="4400" b="1" dirty="0">
                <a:solidFill>
                  <a:srgbClr val="242424"/>
                </a:solidFill>
                <a:latin typeface="Aptos Display" pitchFamily="34" charset="0"/>
                <a:ea typeface="Aptos Display" pitchFamily="34" charset="-122"/>
                <a:cs typeface="Aptos Display" pitchFamily="34" charset="-120"/>
              </a:rPr>
              <a:t>Reference: on-stage recovery</a:t>
            </a:r>
            <a:endParaRPr lang="en-US" sz="4400" dirty="0"/>
          </a:p>
        </p:txBody>
      </p:sp>
      <p:sp>
        <p:nvSpPr>
          <p:cNvPr id="3" name="Text 1"/>
          <p:cNvSpPr/>
          <p:nvPr/>
        </p:nvSpPr>
        <p:spPr>
          <a:xfrm>
            <a:off x="566928" y="6446520"/>
            <a:ext cx="4663440" cy="201168"/>
          </a:xfrm>
          <a:prstGeom prst="rect">
            <a:avLst/>
          </a:prstGeom>
          <a:noFill/>
          <a:ln/>
        </p:spPr>
        <p:txBody>
          <a:bodyPr wrap="square" lIns="0" tIns="0" rIns="0" bIns="0" rtlCol="0" anchor="ctr"/>
          <a:lstStyle/>
          <a:p>
            <a:pPr indent="0" marL="0">
              <a:buNone/>
            </a:pPr>
            <a:r>
              <a:rPr lang="en-US" sz="1100" spc="80" kern="0" dirty="0">
                <a:solidFill>
                  <a:srgbClr val="5C5C5C"/>
                </a:solidFill>
                <a:latin typeface="Aptos" pitchFamily="34" charset="0"/>
                <a:ea typeface="Aptos" pitchFamily="34" charset="-122"/>
                <a:cs typeface="Aptos" pitchFamily="34" charset="-120"/>
              </a:rPr>
              <a:t>LAUNCH RESCUE / REFERENCE</a:t>
            </a:r>
            <a:endParaRPr lang="en-US" sz="1100" dirty="0"/>
          </a:p>
        </p:txBody>
      </p:sp>
      <p:sp>
        <p:nvSpPr>
          <p:cNvPr id="4" name="Text 2">
            <a:hlinkClick r:id="rId1" tooltip=""/>
          </p:cNvPr>
          <p:cNvSpPr/>
          <p:nvPr/>
        </p:nvSpPr>
        <p:spPr>
          <a:xfrm>
            <a:off x="6437376" y="6446520"/>
            <a:ext cx="4599432" cy="201168"/>
          </a:xfrm>
          <a:prstGeom prst="rect">
            <a:avLst/>
          </a:prstGeom>
          <a:noFill/>
          <a:ln/>
        </p:spPr>
        <p:txBody>
          <a:bodyPr wrap="square" lIns="0" tIns="0" rIns="0" bIns="0" rtlCol="0" anchor="ctr"/>
          <a:lstStyle/>
          <a:p>
            <a:pPr algn="r" indent="0" marL="0">
              <a:buNone/>
            </a:pPr>
            <a:r>
              <a:rPr lang="en-US" sz="1100" u="sng" dirty="0">
                <a:solidFill>
                  <a:srgbClr val="5C5C5C"/>
                </a:solid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S2 · S3 · S5  |  10 OCT 2026</a:t>
            </a:r>
            <a:endParaRPr lang="en-US" sz="1100" dirty="0"/>
          </a:p>
        </p:txBody>
      </p:sp>
      <p:sp>
        <p:nvSpPr>
          <p:cNvPr id="5" name="Text 3"/>
          <p:cNvSpPr/>
          <p:nvPr/>
        </p:nvSpPr>
        <p:spPr>
          <a:xfrm>
            <a:off x="11137392" y="6419088"/>
            <a:ext cx="457200" cy="256032"/>
          </a:xfrm>
          <a:prstGeom prst="rect">
            <a:avLst/>
          </a:prstGeom>
          <a:noFill/>
          <a:ln/>
        </p:spPr>
        <p:txBody>
          <a:bodyPr wrap="square" lIns="0" tIns="0" rIns="0" bIns="0" rtlCol="0" anchor="ctr"/>
          <a:lstStyle/>
          <a:p>
            <a:pPr algn="r" indent="0" marL="0">
              <a:buNone/>
            </a:pPr>
            <a:r>
              <a:rPr lang="en-US" sz="1300" dirty="0">
                <a:solidFill>
                  <a:srgbClr val="5C5C5C"/>
                </a:solidFill>
                <a:latin typeface="Aptos" pitchFamily="34" charset="0"/>
                <a:ea typeface="Aptos" pitchFamily="34" charset="-122"/>
                <a:cs typeface="Aptos" pitchFamily="34" charset="-120"/>
              </a:rPr>
              <a:t>24</a:t>
            </a:r>
            <a:endParaRPr lang="en-US" sz="1300" dirty="0"/>
          </a:p>
        </p:txBody>
      </p:sp>
      <p:sp>
        <p:nvSpPr>
          <p:cNvPr id="7" name="Text 4"/>
          <p:cNvSpPr/>
          <p:nvPr/>
        </p:nvSpPr>
        <p:spPr>
          <a:xfrm>
            <a:off x="786384" y="1737360"/>
            <a:ext cx="4206240" cy="621792"/>
          </a:xfrm>
          <a:prstGeom prst="rect">
            <a:avLst/>
          </a:prstGeom>
          <a:noFill/>
          <a:ln/>
        </p:spPr>
        <p:txBody>
          <a:bodyPr wrap="square" lIns="0" tIns="0" rIns="0" bIns="0" rtlCol="0" anchor="t"/>
          <a:lstStyle/>
          <a:p>
            <a:pPr indent="0" marL="0">
              <a:buNone/>
            </a:pPr>
            <a:r>
              <a:rPr lang="en-US" sz="2400" b="1" dirty="0">
                <a:solidFill>
                  <a:srgbClr val="242424"/>
                </a:solidFill>
                <a:latin typeface="Aptos" pitchFamily="34" charset="0"/>
                <a:ea typeface="Aptos" pitchFamily="34" charset="-122"/>
                <a:cs typeface="Aptos" pitchFamily="34" charset="-120"/>
              </a:rPr>
              <a:t>Network / model unavailable</a:t>
            </a:r>
            <a:endParaRPr lang="en-US" sz="2400" dirty="0"/>
          </a:p>
        </p:txBody>
      </p:sp>
      <p:sp>
        <p:nvSpPr>
          <p:cNvPr id="8" name="Text 5"/>
          <p:cNvSpPr/>
          <p:nvPr/>
        </p:nvSpPr>
        <p:spPr>
          <a:xfrm>
            <a:off x="5184648" y="1737360"/>
            <a:ext cx="5989320" cy="786384"/>
          </a:xfrm>
          <a:prstGeom prst="rect">
            <a:avLst/>
          </a:prstGeom>
          <a:noFill/>
          <a:ln/>
        </p:spPr>
        <p:txBody>
          <a:bodyPr wrap="square" lIns="0" tIns="0" rIns="0" bIns="0" rtlCol="0" anchor="t"/>
          <a:lstStyle/>
          <a:p>
            <a:pPr indent="0" marL="0">
              <a:buNone/>
            </a:pPr>
            <a:r>
              <a:rPr lang="en-US" sz="2300" dirty="0">
                <a:solidFill>
                  <a:srgbClr val="5C5C5C"/>
                </a:solidFill>
                <a:latin typeface="Aptos" pitchFamily="34" charset="0"/>
                <a:ea typeface="Aptos" pitchFamily="34" charset="-122"/>
                <a:cs typeface="Aptos" pitchFamily="34" charset="-120"/>
              </a:rPr>
              <a:t>Switch to Offline rehearsal. Say: 'Real checks, no LLM calls.'</a:t>
            </a:r>
            <a:endParaRPr lang="en-US" sz="2300" dirty="0"/>
          </a:p>
        </p:txBody>
      </p:sp>
      <p:sp>
        <p:nvSpPr>
          <p:cNvPr id="9" name="Text 6"/>
          <p:cNvSpPr/>
          <p:nvPr/>
        </p:nvSpPr>
        <p:spPr>
          <a:xfrm>
            <a:off x="786384" y="2752344"/>
            <a:ext cx="4206240" cy="621792"/>
          </a:xfrm>
          <a:prstGeom prst="rect">
            <a:avLst/>
          </a:prstGeom>
          <a:noFill/>
          <a:ln/>
        </p:spPr>
        <p:txBody>
          <a:bodyPr wrap="square" lIns="0" tIns="0" rIns="0" bIns="0" rtlCol="0" anchor="t"/>
          <a:lstStyle/>
          <a:p>
            <a:pPr indent="0" marL="0">
              <a:buNone/>
            </a:pPr>
            <a:r>
              <a:rPr lang="en-US" sz="2400" b="1" dirty="0">
                <a:solidFill>
                  <a:srgbClr val="242424"/>
                </a:solidFill>
                <a:latin typeface="Aptos" pitchFamily="34" charset="0"/>
                <a:ea typeface="Aptos" pitchFamily="34" charset="-122"/>
                <a:cs typeface="Aptos" pitchFamily="34" charset="-120"/>
              </a:rPr>
              <a:t>Workflow not found</a:t>
            </a:r>
            <a:endParaRPr lang="en-US" sz="2400" dirty="0"/>
          </a:p>
        </p:txBody>
      </p:sp>
      <p:sp>
        <p:nvSpPr>
          <p:cNvPr id="10" name="Text 7"/>
          <p:cNvSpPr/>
          <p:nvPr/>
        </p:nvSpPr>
        <p:spPr>
          <a:xfrm>
            <a:off x="5184648" y="2752344"/>
            <a:ext cx="5989320" cy="786384"/>
          </a:xfrm>
          <a:prstGeom prst="rect">
            <a:avLst/>
          </a:prstGeom>
          <a:noFill/>
          <a:ln/>
        </p:spPr>
        <p:txBody>
          <a:bodyPr wrap="square" lIns="0" tIns="0" rIns="0" bIns="0" rtlCol="0" anchor="t"/>
          <a:lstStyle/>
          <a:p>
            <a:pPr indent="0" marL="0">
              <a:buNone/>
            </a:pPr>
            <a:r>
              <a:rPr lang="en-US" sz="2300" dirty="0">
                <a:solidFill>
                  <a:srgbClr val="5C5C5C"/>
                </a:solidFill>
                <a:latin typeface="Aptos" pitchFamily="34" charset="0"/>
                <a:ea typeface="Aptos" pitchFamily="34" charset="-122"/>
                <a:cs typeface="Aptos" pitchFamily="34" charset="-120"/>
              </a:rPr>
              <a:t>Check experimental mode, extension discovery, and reviewed trust.</a:t>
            </a:r>
            <a:endParaRPr lang="en-US" sz="2300" dirty="0"/>
          </a:p>
        </p:txBody>
      </p:sp>
      <p:sp>
        <p:nvSpPr>
          <p:cNvPr id="11" name="Text 8"/>
          <p:cNvSpPr/>
          <p:nvPr/>
        </p:nvSpPr>
        <p:spPr>
          <a:xfrm>
            <a:off x="786384" y="3767328"/>
            <a:ext cx="4206240" cy="621792"/>
          </a:xfrm>
          <a:prstGeom prst="rect">
            <a:avLst/>
          </a:prstGeom>
          <a:noFill/>
          <a:ln/>
        </p:spPr>
        <p:txBody>
          <a:bodyPr wrap="square" lIns="0" tIns="0" rIns="0" bIns="0" rtlCol="0" anchor="t"/>
          <a:lstStyle/>
          <a:p>
            <a:pPr indent="0" marL="0">
              <a:buNone/>
            </a:pPr>
            <a:r>
              <a:rPr lang="en-US" sz="2400" b="1" dirty="0">
                <a:solidFill>
                  <a:srgbClr val="242424"/>
                </a:solidFill>
                <a:latin typeface="Aptos" pitchFamily="34" charset="0"/>
                <a:ea typeface="Aptos" pitchFamily="34" charset="-122"/>
                <a:cs typeface="Aptos" pitchFamily="34" charset="-120"/>
              </a:rPr>
              <a:t>Unknown --args</a:t>
            </a:r>
            <a:endParaRPr lang="en-US" sz="2400" dirty="0"/>
          </a:p>
        </p:txBody>
      </p:sp>
      <p:sp>
        <p:nvSpPr>
          <p:cNvPr id="12" name="Text 9"/>
          <p:cNvSpPr/>
          <p:nvPr/>
        </p:nvSpPr>
        <p:spPr>
          <a:xfrm>
            <a:off x="5184648" y="3767328"/>
            <a:ext cx="5989320" cy="786384"/>
          </a:xfrm>
          <a:prstGeom prst="rect">
            <a:avLst/>
          </a:prstGeom>
          <a:noFill/>
          <a:ln/>
        </p:spPr>
        <p:txBody>
          <a:bodyPr wrap="square" lIns="0" tIns="0" rIns="0" bIns="0" rtlCol="0" anchor="t"/>
          <a:lstStyle/>
          <a:p>
            <a:pPr indent="0" marL="0">
              <a:buNone/>
            </a:pPr>
            <a:r>
              <a:rPr lang="en-US" sz="2300" dirty="0">
                <a:solidFill>
                  <a:srgbClr val="5C5C5C"/>
                </a:solidFill>
                <a:latin typeface="Aptos" pitchFamily="34" charset="0"/>
                <a:ea typeface="Aptos" pitchFamily="34" charset="-122"/>
                <a:cs typeface="Aptos" pitchFamily="34" charset="-120"/>
              </a:rPr>
              <a:t>Check active CLI; do not force the older bundled runtime.</a:t>
            </a:r>
            <a:endParaRPr lang="en-US" sz="2300" dirty="0"/>
          </a:p>
        </p:txBody>
      </p:sp>
      <p:sp>
        <p:nvSpPr>
          <p:cNvPr id="13" name="Text 10"/>
          <p:cNvSpPr/>
          <p:nvPr/>
        </p:nvSpPr>
        <p:spPr>
          <a:xfrm>
            <a:off x="786384" y="4782312"/>
            <a:ext cx="4206240" cy="621792"/>
          </a:xfrm>
          <a:prstGeom prst="rect">
            <a:avLst/>
          </a:prstGeom>
          <a:noFill/>
          <a:ln/>
        </p:spPr>
        <p:txBody>
          <a:bodyPr wrap="square" lIns="0" tIns="0" rIns="0" bIns="0" rtlCol="0" anchor="t"/>
          <a:lstStyle/>
          <a:p>
            <a:pPr indent="0" marL="0">
              <a:buNone/>
            </a:pPr>
            <a:r>
              <a:rPr lang="en-US" sz="2400" b="1" dirty="0">
                <a:solidFill>
                  <a:srgbClr val="242424"/>
                </a:solidFill>
                <a:latin typeface="Aptos" pitchFamily="34" charset="0"/>
                <a:ea typeface="Aptos" pitchFamily="34" charset="-122"/>
                <a:cs typeface="Aptos" pitchFamily="34" charset="-120"/>
              </a:rPr>
              <a:t>Checkpoint reached</a:t>
            </a:r>
            <a:endParaRPr lang="en-US" sz="2400" dirty="0"/>
          </a:p>
        </p:txBody>
      </p:sp>
      <p:sp>
        <p:nvSpPr>
          <p:cNvPr id="14" name="Text 11"/>
          <p:cNvSpPr/>
          <p:nvPr/>
        </p:nvSpPr>
        <p:spPr>
          <a:xfrm>
            <a:off x="5184648" y="4782312"/>
            <a:ext cx="5989320" cy="786384"/>
          </a:xfrm>
          <a:prstGeom prst="rect">
            <a:avLst/>
          </a:prstGeom>
          <a:noFill/>
          <a:ln/>
        </p:spPr>
        <p:txBody>
          <a:bodyPr wrap="square" lIns="0" tIns="0" rIns="0" bIns="0" rtlCol="0" anchor="t"/>
          <a:lstStyle/>
          <a:p>
            <a:pPr indent="0" marL="0">
              <a:buNone/>
            </a:pPr>
            <a:r>
              <a:rPr lang="en-US" sz="2300" dirty="0">
                <a:solidFill>
                  <a:srgbClr val="5C5C5C"/>
                </a:solidFill>
                <a:latin typeface="Aptos" pitchFamily="34" charset="0"/>
                <a:ea typeface="Aptos" pitchFamily="34" charset="-122"/>
                <a:cs typeface="Aptos" pitchFamily="34" charset="-120"/>
              </a:rPr>
              <a:t>Review the draft, then type APPROVE in the running SDK terminal.</a:t>
            </a:r>
            <a:endParaRPr lang="en-US" sz="2300" dirty="0"/>
          </a:p>
        </p:txBody>
      </p:sp>
      <p:sp>
        <p:nvSpPr>
          <p:cNvPr id="15" name="Text 12"/>
          <p:cNvSpPr/>
          <p:nvPr/>
        </p:nvSpPr>
        <p:spPr>
          <a:xfrm>
            <a:off x="877824" y="5660136"/>
            <a:ext cx="10424160" cy="530352"/>
          </a:xfrm>
          <a:prstGeom prst="rect">
            <a:avLst/>
          </a:prstGeom>
          <a:noFill/>
          <a:ln/>
        </p:spPr>
        <p:txBody>
          <a:bodyPr wrap="square" lIns="0" tIns="0" rIns="0" bIns="0" rtlCol="0" anchor="ctr"/>
          <a:lstStyle/>
          <a:p>
            <a:pPr indent="0" marL="0">
              <a:buNone/>
            </a:pPr>
            <a:r>
              <a:rPr lang="en-US" sz="2400" b="1" dirty="0">
                <a:solidFill>
                  <a:srgbClr val="B11F4B"/>
                </a:solidFill>
                <a:latin typeface="Aptos" pitchFamily="34" charset="0"/>
                <a:ea typeface="Aptos" pitchFamily="34" charset="-122"/>
                <a:cs typeface="Aptos" pitchFamily="34" charset="-120"/>
              </a:rPr>
              <a:t>A held candidate is better than invented success.</a:t>
            </a:r>
            <a:endParaRPr lang="en-US" sz="2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name="Slide 25">
    <p:bg>
      <p:bgPr>
        <a:solidFill>
          <a:srgbClr val="3D3B3A"/>
        </a:solidFill>
      </p:bgPr>
    </p:bg>
    <p:spTree>
      <p:nvGrpSpPr>
        <p:cNvPr id="1" name=""/>
        <p:cNvGrpSpPr/>
        <p:nvPr/>
      </p:nvGrpSpPr>
      <p:grpSpPr>
        <a:xfrm>
          <a:off x="0" y="0"/>
          <a:ext cx="0" cy="0"/>
          <a:chOff x="0" y="0"/>
          <a:chExt cx="0" cy="0"/>
        </a:xfrm>
      </p:grpSpPr>
      <p:sp>
        <p:nvSpPr>
          <p:cNvPr id="2" name="Text 0"/>
          <p:cNvSpPr/>
          <p:nvPr/>
        </p:nvSpPr>
        <p:spPr>
          <a:xfrm>
            <a:off x="566928" y="429768"/>
            <a:ext cx="11009376" cy="768096"/>
          </a:xfrm>
          <a:prstGeom prst="rect">
            <a:avLst/>
          </a:prstGeom>
          <a:noFill/>
          <a:ln/>
        </p:spPr>
        <p:txBody>
          <a:bodyPr wrap="square" lIns="0" tIns="0" rIns="0" bIns="0" rtlCol="0" anchor="t"/>
          <a:lstStyle/>
          <a:p>
            <a:pPr indent="0" marL="0">
              <a:buNone/>
            </a:pPr>
            <a:r>
              <a:rPr lang="en-US" sz="4400" b="1" dirty="0">
                <a:solidFill>
                  <a:srgbClr val="DEDEDE"/>
                </a:solidFill>
                <a:latin typeface="Aptos Display" pitchFamily="34" charset="0"/>
                <a:ea typeface="Aptos Display" pitchFamily="34" charset="-122"/>
                <a:cs typeface="Aptos Display" pitchFamily="34" charset="-120"/>
              </a:rPr>
              <a:t>Reference: read the primary sources</a:t>
            </a:r>
            <a:endParaRPr lang="en-US" sz="4400" dirty="0"/>
          </a:p>
        </p:txBody>
      </p:sp>
      <p:sp>
        <p:nvSpPr>
          <p:cNvPr id="3" name="Text 1"/>
          <p:cNvSpPr/>
          <p:nvPr/>
        </p:nvSpPr>
        <p:spPr>
          <a:xfrm>
            <a:off x="566928" y="6446520"/>
            <a:ext cx="4663440" cy="201168"/>
          </a:xfrm>
          <a:prstGeom prst="rect">
            <a:avLst/>
          </a:prstGeom>
          <a:noFill/>
          <a:ln/>
        </p:spPr>
        <p:txBody>
          <a:bodyPr wrap="square" lIns="0" tIns="0" rIns="0" bIns="0" rtlCol="0" anchor="ctr"/>
          <a:lstStyle/>
          <a:p>
            <a:pPr indent="0" marL="0">
              <a:buNone/>
            </a:pPr>
            <a:r>
              <a:rPr lang="en-US" sz="1100" spc="80" kern="0" dirty="0">
                <a:solidFill>
                  <a:srgbClr val="B0B0B0"/>
                </a:solidFill>
                <a:latin typeface="Aptos" pitchFamily="34" charset="0"/>
                <a:ea typeface="Aptos" pitchFamily="34" charset="-122"/>
                <a:cs typeface="Aptos" pitchFamily="34" charset="-120"/>
              </a:rPr>
              <a:t>LAUNCH RESCUE / REFERENCE</a:t>
            </a:r>
            <a:endParaRPr lang="en-US" sz="1100" dirty="0"/>
          </a:p>
        </p:txBody>
      </p:sp>
      <p:sp>
        <p:nvSpPr>
          <p:cNvPr id="4" name="Text 2">
            <a:hlinkClick r:id="rId1" tooltip=""/>
          </p:cNvPr>
          <p:cNvSpPr/>
          <p:nvPr/>
        </p:nvSpPr>
        <p:spPr>
          <a:xfrm>
            <a:off x="6437376" y="6446520"/>
            <a:ext cx="4599432" cy="201168"/>
          </a:xfrm>
          <a:prstGeom prst="rect">
            <a:avLst/>
          </a:prstGeom>
          <a:noFill/>
          <a:ln/>
        </p:spPr>
        <p:txBody>
          <a:bodyPr wrap="square" lIns="0" tIns="0" rIns="0" bIns="0" rtlCol="0" anchor="ctr"/>
          <a:lstStyle/>
          <a:p>
            <a:pPr algn="r" indent="0" marL="0">
              <a:buNone/>
            </a:pPr>
            <a:r>
              <a:rPr lang="en-US" sz="1100" u="sng" dirty="0">
                <a:solidFill>
                  <a:srgbClr val="B0B0B0"/>
                </a:solid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S1 · S2 · S3 · S5 · S14 · S15  |  10 OCT 2026</a:t>
            </a:r>
            <a:endParaRPr lang="en-US" sz="1100" dirty="0"/>
          </a:p>
        </p:txBody>
      </p:sp>
      <p:sp>
        <p:nvSpPr>
          <p:cNvPr id="5" name="Text 3"/>
          <p:cNvSpPr/>
          <p:nvPr/>
        </p:nvSpPr>
        <p:spPr>
          <a:xfrm>
            <a:off x="11137392" y="6419088"/>
            <a:ext cx="457200" cy="256032"/>
          </a:xfrm>
          <a:prstGeom prst="rect">
            <a:avLst/>
          </a:prstGeom>
          <a:noFill/>
          <a:ln/>
        </p:spPr>
        <p:txBody>
          <a:bodyPr wrap="square" lIns="0" tIns="0" rIns="0" bIns="0" rtlCol="0" anchor="ctr"/>
          <a:lstStyle/>
          <a:p>
            <a:pPr algn="r" indent="0" marL="0">
              <a:buNone/>
            </a:pPr>
            <a:r>
              <a:rPr lang="en-US" sz="1300" dirty="0">
                <a:solidFill>
                  <a:srgbClr val="B0B0B0"/>
                </a:solidFill>
                <a:latin typeface="Aptos" pitchFamily="34" charset="0"/>
                <a:ea typeface="Aptos" pitchFamily="34" charset="-122"/>
                <a:cs typeface="Aptos" pitchFamily="34" charset="-120"/>
              </a:rPr>
              <a:t>25</a:t>
            </a:r>
            <a:endParaRPr lang="en-US" sz="1300" dirty="0"/>
          </a:p>
        </p:txBody>
      </p:sp>
      <p:sp>
        <p:nvSpPr>
          <p:cNvPr id="7" name="Text 4"/>
          <p:cNvSpPr/>
          <p:nvPr/>
        </p:nvSpPr>
        <p:spPr>
          <a:xfrm>
            <a:off x="786384" y="1655064"/>
            <a:ext cx="548640" cy="402336"/>
          </a:xfrm>
          <a:prstGeom prst="rect">
            <a:avLst/>
          </a:prstGeom>
          <a:noFill/>
          <a:ln/>
        </p:spPr>
        <p:txBody>
          <a:bodyPr wrap="square" lIns="0" tIns="0" rIns="0" bIns="0" rtlCol="0" anchor="ctr"/>
          <a:lstStyle/>
          <a:p>
            <a:pPr indent="0" marL="0">
              <a:buNone/>
            </a:pPr>
            <a:r>
              <a:rPr lang="en-US" sz="2100" b="1" dirty="0">
                <a:solidFill>
                  <a:srgbClr val="FD8EA1"/>
                </a:solidFill>
                <a:latin typeface="Aptos" pitchFamily="34" charset="0"/>
                <a:ea typeface="Aptos" pitchFamily="34" charset="-122"/>
                <a:cs typeface="Aptos" pitchFamily="34" charset="-120"/>
              </a:rPr>
              <a:t>S1</a:t>
            </a:r>
            <a:endParaRPr lang="en-US" sz="2100" dirty="0"/>
          </a:p>
        </p:txBody>
      </p:sp>
      <p:sp>
        <p:nvSpPr>
          <p:cNvPr id="8" name="Text 5">
            <a:hlinkClick r:id="rId2" tooltip=""/>
          </p:cNvPr>
          <p:cNvSpPr/>
          <p:nvPr/>
        </p:nvSpPr>
        <p:spPr>
          <a:xfrm>
            <a:off x="1554480" y="1655064"/>
            <a:ext cx="9692640" cy="429768"/>
          </a:xfrm>
          <a:prstGeom prst="rect">
            <a:avLst/>
          </a:prstGeom>
          <a:noFill/>
          <a:ln/>
        </p:spPr>
        <p:txBody>
          <a:bodyPr wrap="square" lIns="0" tIns="0" rIns="0" bIns="0" rtlCol="0" anchor="ctr"/>
          <a:lstStyle/>
          <a:p>
            <a:pPr indent="0" marL="0">
              <a:buNone/>
            </a:pPr>
            <a:r>
              <a:rPr lang="en-US" sz="2400" u="sng" dirty="0">
                <a:solidFill>
                  <a:srgbClr val="DEDEDE"/>
                </a:solidFill>
                <a:latin typeface="Aptos" pitchFamily="34" charset="0"/>
                <a:ea typeface="Aptos" pitchFamily="34" charset="-122"/>
                <a:cs typeface="Aptos" pitchFamily="34" charset="-120"/>
                <a:hlinkClick r:id="rId2" invalidUrl="" action="" tgtFrame="" tooltip="" history="1" highlightClick="0" endSnd="0">
                  <a:extLst>
                    <a:ext uri="{A12FA001-AC4F-418D-AE19-62706E023703}">
                      <ahyp:hlinkClr xmlns:ahyp="http://schemas.microsoft.com/office/drawing/2018/hyperlinkcolor" val="tx"/>
                    </a:ext>
                  </a:extLst>
                </a:hlinkClick>
              </a:rPr>
              <a:t>Dynamic workflows</a:t>
            </a:r>
            <a:endParaRPr lang="en-US" sz="2400" dirty="0"/>
          </a:p>
        </p:txBody>
      </p:sp>
      <p:sp>
        <p:nvSpPr>
          <p:cNvPr id="9" name="Text 6"/>
          <p:cNvSpPr/>
          <p:nvPr/>
        </p:nvSpPr>
        <p:spPr>
          <a:xfrm>
            <a:off x="786384" y="2286000"/>
            <a:ext cx="548640" cy="402336"/>
          </a:xfrm>
          <a:prstGeom prst="rect">
            <a:avLst/>
          </a:prstGeom>
          <a:noFill/>
          <a:ln/>
        </p:spPr>
        <p:txBody>
          <a:bodyPr wrap="square" lIns="0" tIns="0" rIns="0" bIns="0" rtlCol="0" anchor="ctr"/>
          <a:lstStyle/>
          <a:p>
            <a:pPr indent="0" marL="0">
              <a:buNone/>
            </a:pPr>
            <a:r>
              <a:rPr lang="en-US" sz="2100" b="1" dirty="0">
                <a:solidFill>
                  <a:srgbClr val="FD8EA1"/>
                </a:solidFill>
                <a:latin typeface="Aptos" pitchFamily="34" charset="0"/>
                <a:ea typeface="Aptos" pitchFamily="34" charset="-122"/>
                <a:cs typeface="Aptos" pitchFamily="34" charset="-120"/>
              </a:rPr>
              <a:t>S2</a:t>
            </a:r>
            <a:endParaRPr lang="en-US" sz="2100" dirty="0"/>
          </a:p>
        </p:txBody>
      </p:sp>
      <p:sp>
        <p:nvSpPr>
          <p:cNvPr id="10" name="Text 7">
            <a:hlinkClick r:id="rId3" tooltip=""/>
          </p:cNvPr>
          <p:cNvSpPr/>
          <p:nvPr/>
        </p:nvSpPr>
        <p:spPr>
          <a:xfrm>
            <a:off x="1554480" y="2286000"/>
            <a:ext cx="9692640" cy="429768"/>
          </a:xfrm>
          <a:prstGeom prst="rect">
            <a:avLst/>
          </a:prstGeom>
          <a:noFill/>
          <a:ln/>
        </p:spPr>
        <p:txBody>
          <a:bodyPr wrap="square" lIns="0" tIns="0" rIns="0" bIns="0" rtlCol="0" anchor="ctr"/>
          <a:lstStyle/>
          <a:p>
            <a:pPr indent="0" marL="0">
              <a:buNone/>
            </a:pPr>
            <a:r>
              <a:rPr lang="en-US" sz="2400" u="sng" dirty="0">
                <a:solidFill>
                  <a:srgbClr val="DEDEDE"/>
                </a:solidFill>
                <a:latin typeface="Aptos" pitchFamily="34" charset="0"/>
                <a:ea typeface="Aptos" pitchFamily="34" charset="-122"/>
                <a:cs typeface="Aptos" pitchFamily="34" charset="-120"/>
                <a:hlinkClick r:id="rId3" invalidUrl="" action="" tgtFrame="" tooltip="" history="1" highlightClick="0" endSnd="0">
                  <a:extLst>
                    <a:ext uri="{A12FA001-AC4F-418D-AE19-62706E023703}">
                      <ahyp:hlinkClr xmlns:ahyp="http://schemas.microsoft.com/office/drawing/2018/hyperlinkcolor" val="tx"/>
                    </a:ext>
                  </a:extLst>
                </a:hlinkClick>
              </a:rPr>
              <a:t>Using dynamic workflows</a:t>
            </a:r>
            <a:endParaRPr lang="en-US" sz="2400" dirty="0"/>
          </a:p>
        </p:txBody>
      </p:sp>
      <p:sp>
        <p:nvSpPr>
          <p:cNvPr id="11" name="Text 8"/>
          <p:cNvSpPr/>
          <p:nvPr/>
        </p:nvSpPr>
        <p:spPr>
          <a:xfrm>
            <a:off x="786384" y="2916936"/>
            <a:ext cx="548640" cy="402336"/>
          </a:xfrm>
          <a:prstGeom prst="rect">
            <a:avLst/>
          </a:prstGeom>
          <a:noFill/>
          <a:ln/>
        </p:spPr>
        <p:txBody>
          <a:bodyPr wrap="square" lIns="0" tIns="0" rIns="0" bIns="0" rtlCol="0" anchor="ctr"/>
          <a:lstStyle/>
          <a:p>
            <a:pPr indent="0" marL="0">
              <a:buNone/>
            </a:pPr>
            <a:r>
              <a:rPr lang="en-US" sz="2100" b="1" dirty="0">
                <a:solidFill>
                  <a:srgbClr val="FD8EA1"/>
                </a:solidFill>
                <a:latin typeface="Aptos" pitchFamily="34" charset="0"/>
                <a:ea typeface="Aptos" pitchFamily="34" charset="-122"/>
                <a:cs typeface="Aptos" pitchFamily="34" charset="-120"/>
              </a:rPr>
              <a:t>S3</a:t>
            </a:r>
            <a:endParaRPr lang="en-US" sz="2100" dirty="0"/>
          </a:p>
        </p:txBody>
      </p:sp>
      <p:sp>
        <p:nvSpPr>
          <p:cNvPr id="12" name="Text 9">
            <a:hlinkClick r:id="rId4" tooltip=""/>
          </p:cNvPr>
          <p:cNvSpPr/>
          <p:nvPr/>
        </p:nvSpPr>
        <p:spPr>
          <a:xfrm>
            <a:off x="1554480" y="2916936"/>
            <a:ext cx="9692640" cy="429768"/>
          </a:xfrm>
          <a:prstGeom prst="rect">
            <a:avLst/>
          </a:prstGeom>
          <a:noFill/>
          <a:ln/>
        </p:spPr>
        <p:txBody>
          <a:bodyPr wrap="square" lIns="0" tIns="0" rIns="0" bIns="0" rtlCol="0" anchor="ctr"/>
          <a:lstStyle/>
          <a:p>
            <a:pPr indent="0" marL="0">
              <a:buNone/>
            </a:pPr>
            <a:r>
              <a:rPr lang="en-US" sz="2400" u="sng" dirty="0">
                <a:solidFill>
                  <a:srgbClr val="DEDEDE"/>
                </a:solidFill>
                <a:latin typeface="Aptos" pitchFamily="34" charset="0"/>
                <a:ea typeface="Aptos" pitchFamily="34" charset="-122"/>
                <a:cs typeface="Aptos" pitchFamily="34" charset="-120"/>
                <a:hlinkClick r:id="rId4" invalidUrl="" action="" tgtFrame="" tooltip="" history="1" highlightClick="0" endSnd="0">
                  <a:extLst>
                    <a:ext uri="{A12FA001-AC4F-418D-AE19-62706E023703}">
                      <ahyp:hlinkClr xmlns:ahyp="http://schemas.microsoft.com/office/drawing/2018/hyperlinkcolor" val="tx"/>
                    </a:ext>
                  </a:extLst>
                </a:hlinkClick>
              </a:rPr>
              <a:t>Official SDK: Dynamic Workflows</a:t>
            </a:r>
            <a:endParaRPr lang="en-US" sz="2400" dirty="0"/>
          </a:p>
        </p:txBody>
      </p:sp>
      <p:sp>
        <p:nvSpPr>
          <p:cNvPr id="13" name="Text 10"/>
          <p:cNvSpPr/>
          <p:nvPr/>
        </p:nvSpPr>
        <p:spPr>
          <a:xfrm>
            <a:off x="786384" y="3547872"/>
            <a:ext cx="548640" cy="402336"/>
          </a:xfrm>
          <a:prstGeom prst="rect">
            <a:avLst/>
          </a:prstGeom>
          <a:noFill/>
          <a:ln/>
        </p:spPr>
        <p:txBody>
          <a:bodyPr wrap="square" lIns="0" tIns="0" rIns="0" bIns="0" rtlCol="0" anchor="ctr"/>
          <a:lstStyle/>
          <a:p>
            <a:pPr indent="0" marL="0">
              <a:buNone/>
            </a:pPr>
            <a:r>
              <a:rPr lang="en-US" sz="2100" b="1" dirty="0">
                <a:solidFill>
                  <a:srgbClr val="FD8EA1"/>
                </a:solidFill>
                <a:latin typeface="Aptos" pitchFamily="34" charset="0"/>
                <a:ea typeface="Aptos" pitchFamily="34" charset="-122"/>
                <a:cs typeface="Aptos" pitchFamily="34" charset="-120"/>
              </a:rPr>
              <a:t>S5</a:t>
            </a:r>
            <a:endParaRPr lang="en-US" sz="2100" dirty="0"/>
          </a:p>
        </p:txBody>
      </p:sp>
      <p:sp>
        <p:nvSpPr>
          <p:cNvPr id="14" name="Text 11">
            <a:hlinkClick r:id="rId5" tooltip=""/>
          </p:cNvPr>
          <p:cNvSpPr/>
          <p:nvPr/>
        </p:nvSpPr>
        <p:spPr>
          <a:xfrm>
            <a:off x="1554480" y="3547872"/>
            <a:ext cx="9692640" cy="429768"/>
          </a:xfrm>
          <a:prstGeom prst="rect">
            <a:avLst/>
          </a:prstGeom>
          <a:noFill/>
          <a:ln/>
        </p:spPr>
        <p:txBody>
          <a:bodyPr wrap="square" lIns="0" tIns="0" rIns="0" bIns="0" rtlCol="0" anchor="ctr"/>
          <a:lstStyle/>
          <a:p>
            <a:pPr indent="0" marL="0">
              <a:buNone/>
            </a:pPr>
            <a:r>
              <a:rPr lang="en-US" sz="2400" u="sng" dirty="0">
                <a:solidFill>
                  <a:srgbClr val="DEDEDE"/>
                </a:solidFill>
                <a:latin typeface="Aptos" pitchFamily="34" charset="0"/>
                <a:ea typeface="Aptos" pitchFamily="34" charset="-122"/>
                <a:cs typeface="Aptos" pitchFamily="34" charset="-120"/>
                <a:hlinkClick r:id="rId5" invalidUrl="" action="" tgtFrame="" tooltip="" history="1" highlightClick="0" endSnd="0">
                  <a:extLst>
                    <a:ext uri="{A12FA001-AC4F-418D-AE19-62706E023703}">
                      <ahyp:hlinkClr xmlns:ahyp="http://schemas.microsoft.com/office/drawing/2018/hyperlinkcolor" val="tx"/>
                    </a:ext>
                  </a:extLst>
                </a:hlinkClick>
              </a:rPr>
              <a:t>CLI programmatic reference</a:t>
            </a:r>
            <a:endParaRPr lang="en-US" sz="2400" dirty="0"/>
          </a:p>
        </p:txBody>
      </p:sp>
      <p:sp>
        <p:nvSpPr>
          <p:cNvPr id="15" name="Text 12"/>
          <p:cNvSpPr/>
          <p:nvPr/>
        </p:nvSpPr>
        <p:spPr>
          <a:xfrm>
            <a:off x="786384" y="4178808"/>
            <a:ext cx="548640" cy="402336"/>
          </a:xfrm>
          <a:prstGeom prst="rect">
            <a:avLst/>
          </a:prstGeom>
          <a:noFill/>
          <a:ln/>
        </p:spPr>
        <p:txBody>
          <a:bodyPr wrap="square" lIns="0" tIns="0" rIns="0" bIns="0" rtlCol="0" anchor="ctr"/>
          <a:lstStyle/>
          <a:p>
            <a:pPr indent="0" marL="0">
              <a:buNone/>
            </a:pPr>
            <a:r>
              <a:rPr lang="en-US" sz="2100" b="1" dirty="0">
                <a:solidFill>
                  <a:srgbClr val="FD8EA1"/>
                </a:solidFill>
                <a:latin typeface="Aptos" pitchFamily="34" charset="0"/>
                <a:ea typeface="Aptos" pitchFamily="34" charset="-122"/>
                <a:cs typeface="Aptos" pitchFamily="34" charset="-120"/>
              </a:rPr>
              <a:t>S14</a:t>
            </a:r>
            <a:endParaRPr lang="en-US" sz="2100" dirty="0"/>
          </a:p>
        </p:txBody>
      </p:sp>
      <p:sp>
        <p:nvSpPr>
          <p:cNvPr id="16" name="Text 13">
            <a:hlinkClick r:id="rId6" tooltip=""/>
          </p:cNvPr>
          <p:cNvSpPr/>
          <p:nvPr/>
        </p:nvSpPr>
        <p:spPr>
          <a:xfrm>
            <a:off x="1554480" y="4178808"/>
            <a:ext cx="9692640" cy="429768"/>
          </a:xfrm>
          <a:prstGeom prst="rect">
            <a:avLst/>
          </a:prstGeom>
          <a:noFill/>
          <a:ln/>
        </p:spPr>
        <p:txBody>
          <a:bodyPr wrap="square" lIns="0" tIns="0" rIns="0" bIns="0" rtlCol="0" anchor="ctr"/>
          <a:lstStyle/>
          <a:p>
            <a:pPr indent="0" marL="0">
              <a:buNone/>
            </a:pPr>
            <a:r>
              <a:rPr lang="en-US" sz="2400" u="sng" dirty="0">
                <a:solidFill>
                  <a:srgbClr val="DEDEDE"/>
                </a:solidFill>
                <a:latin typeface="Aptos" pitchFamily="34" charset="0"/>
                <a:ea typeface="Aptos" pitchFamily="34" charset="-122"/>
                <a:cs typeface="Aptos" pitchFamily="34" charset="-120"/>
                <a:hlinkClick r:id="rId6" invalidUrl="" action="" tgtFrame="" tooltip="" history="1" highlightClick="0" endSnd="0">
                  <a:extLst>
                    <a:ext uri="{A12FA001-AC4F-418D-AE19-62706E023703}">
                      <ahyp:hlinkClr xmlns:ahyp="http://schemas.microsoft.com/office/drawing/2018/hyperlinkcolor" val="tx"/>
                    </a:ext>
                  </a:extLst>
                </a:hlinkClick>
              </a:rPr>
              <a:t>How GitHub Agentic Workflows work</a:t>
            </a:r>
            <a:endParaRPr lang="en-US" sz="2400" dirty="0"/>
          </a:p>
        </p:txBody>
      </p:sp>
      <p:sp>
        <p:nvSpPr>
          <p:cNvPr id="17" name="Text 14"/>
          <p:cNvSpPr/>
          <p:nvPr/>
        </p:nvSpPr>
        <p:spPr>
          <a:xfrm>
            <a:off x="786384" y="4809744"/>
            <a:ext cx="548640" cy="402336"/>
          </a:xfrm>
          <a:prstGeom prst="rect">
            <a:avLst/>
          </a:prstGeom>
          <a:noFill/>
          <a:ln/>
        </p:spPr>
        <p:txBody>
          <a:bodyPr wrap="square" lIns="0" tIns="0" rIns="0" bIns="0" rtlCol="0" anchor="ctr"/>
          <a:lstStyle/>
          <a:p>
            <a:pPr indent="0" marL="0">
              <a:buNone/>
            </a:pPr>
            <a:r>
              <a:rPr lang="en-US" sz="2100" b="1" dirty="0">
                <a:solidFill>
                  <a:srgbClr val="FD8EA1"/>
                </a:solidFill>
                <a:latin typeface="Aptos" pitchFamily="34" charset="0"/>
                <a:ea typeface="Aptos" pitchFamily="34" charset="-122"/>
                <a:cs typeface="Aptos" pitchFamily="34" charset="-120"/>
              </a:rPr>
              <a:t>S15</a:t>
            </a:r>
            <a:endParaRPr lang="en-US" sz="2100" dirty="0"/>
          </a:p>
        </p:txBody>
      </p:sp>
      <p:sp>
        <p:nvSpPr>
          <p:cNvPr id="18" name="Text 15">
            <a:hlinkClick r:id="rId7" tooltip=""/>
          </p:cNvPr>
          <p:cNvSpPr/>
          <p:nvPr/>
        </p:nvSpPr>
        <p:spPr>
          <a:xfrm>
            <a:off x="1554480" y="4809744"/>
            <a:ext cx="9692640" cy="429768"/>
          </a:xfrm>
          <a:prstGeom prst="rect">
            <a:avLst/>
          </a:prstGeom>
          <a:noFill/>
          <a:ln/>
        </p:spPr>
        <p:txBody>
          <a:bodyPr wrap="square" lIns="0" tIns="0" rIns="0" bIns="0" rtlCol="0" anchor="ctr"/>
          <a:lstStyle/>
          <a:p>
            <a:pPr indent="0" marL="0">
              <a:buNone/>
            </a:pPr>
            <a:r>
              <a:rPr lang="en-US" sz="2400" u="sng" dirty="0">
                <a:solidFill>
                  <a:srgbClr val="DEDEDE"/>
                </a:solidFill>
                <a:latin typeface="Aptos" pitchFamily="34" charset="0"/>
                <a:ea typeface="Aptos" pitchFamily="34" charset="-122"/>
                <a:cs typeface="Aptos" pitchFamily="34" charset="-120"/>
                <a:hlinkClick r:id="rId7" invalidUrl="" action="" tgtFrame="" tooltip="" history="1" highlightClick="0" endSnd="0">
                  <a:extLst>
                    <a:ext uri="{A12FA001-AC4F-418D-AE19-62706E023703}">
                      <ahyp:hlinkClr xmlns:ahyp="http://schemas.microsoft.com/office/drawing/2018/hyperlinkcolor" val="tx"/>
                    </a:ext>
                  </a:extLst>
                </a:hlinkClick>
              </a:rPr>
              <a:t>GitHub Agentic Workflows security architecture</a:t>
            </a:r>
            <a:endParaRPr lang="en-US" sz="2400" dirty="0"/>
          </a:p>
        </p:txBody>
      </p:sp>
      <p:sp>
        <p:nvSpPr>
          <p:cNvPr id="19" name="Text 16"/>
          <p:cNvSpPr/>
          <p:nvPr/>
        </p:nvSpPr>
        <p:spPr>
          <a:xfrm>
            <a:off x="886968" y="5696712"/>
            <a:ext cx="10442448" cy="530352"/>
          </a:xfrm>
          <a:prstGeom prst="rect">
            <a:avLst/>
          </a:prstGeom>
          <a:noFill/>
          <a:ln/>
        </p:spPr>
        <p:txBody>
          <a:bodyPr wrap="square" lIns="0" tIns="0" rIns="0" bIns="0" rtlCol="0" anchor="ctr"/>
          <a:lstStyle/>
          <a:p>
            <a:pPr indent="0" marL="0">
              <a:buNone/>
            </a:pPr>
            <a:r>
              <a:rPr lang="en-US" sz="2400" dirty="0">
                <a:solidFill>
                  <a:srgbClr val="B0B0B0"/>
                </a:solidFill>
                <a:latin typeface="Aptos" pitchFamily="34" charset="0"/>
                <a:ea typeface="Aptos" pitchFamily="34" charset="-122"/>
                <a:cs typeface="Aptos" pitchFamily="34" charset="-120"/>
              </a:rPr>
              <a:t>20 primary sources. Full evidence inventory packaged with the demo.</a:t>
            </a:r>
            <a:endParaRPr lang="en-US"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name="Slide 26">
    <p:bg>
      <p:bgPr>
        <a:solidFill>
          <a:srgbClr val="F7F4EF"/>
        </a:solidFill>
      </p:bgPr>
    </p:bg>
    <p:spTree>
      <p:nvGrpSpPr>
        <p:cNvPr id="1" name=""/>
        <p:cNvGrpSpPr/>
        <p:nvPr/>
      </p:nvGrpSpPr>
      <p:grpSpPr>
        <a:xfrm>
          <a:off x="0" y="0"/>
          <a:ext cx="0" cy="0"/>
          <a:chOff x="0" y="0"/>
          <a:chExt cx="0" cy="0"/>
        </a:xfrm>
      </p:grpSpPr>
      <p:sp>
        <p:nvSpPr>
          <p:cNvPr id="2" name="Text 0"/>
          <p:cNvSpPr/>
          <p:nvPr/>
        </p:nvSpPr>
        <p:spPr>
          <a:xfrm>
            <a:off x="566928" y="429768"/>
            <a:ext cx="11009376" cy="768096"/>
          </a:xfrm>
          <a:prstGeom prst="rect">
            <a:avLst/>
          </a:prstGeom>
          <a:noFill/>
          <a:ln/>
        </p:spPr>
        <p:txBody>
          <a:bodyPr wrap="square" lIns="0" tIns="0" rIns="0" bIns="0" rtlCol="0" anchor="t"/>
          <a:lstStyle/>
          <a:p>
            <a:pPr indent="0" marL="0">
              <a:buNone/>
            </a:pPr>
            <a:r>
              <a:rPr lang="en-US" sz="4400" b="1" dirty="0">
                <a:solidFill>
                  <a:srgbClr val="242424"/>
                </a:solidFill>
                <a:latin typeface="Aptos Display" pitchFamily="34" charset="0"/>
                <a:ea typeface="Aptos Display" pitchFamily="34" charset="-122"/>
                <a:cs typeface="Aptos Display" pitchFamily="34" charset="-120"/>
              </a:rPr>
              <a:t>Reference: prompt it in the app</a:t>
            </a:r>
            <a:endParaRPr lang="en-US" sz="4400" dirty="0"/>
          </a:p>
        </p:txBody>
      </p:sp>
      <p:sp>
        <p:nvSpPr>
          <p:cNvPr id="3" name="Text 1"/>
          <p:cNvSpPr/>
          <p:nvPr/>
        </p:nvSpPr>
        <p:spPr>
          <a:xfrm>
            <a:off x="566928" y="6446520"/>
            <a:ext cx="4663440" cy="201168"/>
          </a:xfrm>
          <a:prstGeom prst="rect">
            <a:avLst/>
          </a:prstGeom>
          <a:noFill/>
          <a:ln/>
        </p:spPr>
        <p:txBody>
          <a:bodyPr wrap="square" lIns="0" tIns="0" rIns="0" bIns="0" rtlCol="0" anchor="ctr"/>
          <a:lstStyle/>
          <a:p>
            <a:pPr indent="0" marL="0">
              <a:buNone/>
            </a:pPr>
            <a:r>
              <a:rPr lang="en-US" sz="1100" spc="80" kern="0" dirty="0">
                <a:solidFill>
                  <a:srgbClr val="5C5C5C"/>
                </a:solidFill>
                <a:latin typeface="Aptos" pitchFamily="34" charset="0"/>
                <a:ea typeface="Aptos" pitchFamily="34" charset="-122"/>
                <a:cs typeface="Aptos" pitchFamily="34" charset="-120"/>
              </a:rPr>
              <a:t>LAUNCH RESCUE / REFERENCE</a:t>
            </a:r>
            <a:endParaRPr lang="en-US" sz="1100" dirty="0"/>
          </a:p>
        </p:txBody>
      </p:sp>
      <p:sp>
        <p:nvSpPr>
          <p:cNvPr id="4" name="Text 2">
            <a:hlinkClick r:id="rId1" tooltip=""/>
          </p:cNvPr>
          <p:cNvSpPr/>
          <p:nvPr/>
        </p:nvSpPr>
        <p:spPr>
          <a:xfrm>
            <a:off x="6437376" y="6446520"/>
            <a:ext cx="4599432" cy="201168"/>
          </a:xfrm>
          <a:prstGeom prst="rect">
            <a:avLst/>
          </a:prstGeom>
          <a:noFill/>
          <a:ln/>
        </p:spPr>
        <p:txBody>
          <a:bodyPr wrap="square" lIns="0" tIns="0" rIns="0" bIns="0" rtlCol="0" anchor="ctr"/>
          <a:lstStyle/>
          <a:p>
            <a:pPr algn="r" indent="0" marL="0">
              <a:buNone/>
            </a:pPr>
            <a:r>
              <a:rPr lang="en-US" sz="1100" u="sng" dirty="0">
                <a:solidFill>
                  <a:srgbClr val="5C5C5C"/>
                </a:solid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S1 · S2 · S3  |  10 OCT 2026</a:t>
            </a:r>
            <a:endParaRPr lang="en-US" sz="1100" dirty="0"/>
          </a:p>
        </p:txBody>
      </p:sp>
      <p:sp>
        <p:nvSpPr>
          <p:cNvPr id="5" name="Text 3"/>
          <p:cNvSpPr/>
          <p:nvPr/>
        </p:nvSpPr>
        <p:spPr>
          <a:xfrm>
            <a:off x="11137392" y="6419088"/>
            <a:ext cx="457200" cy="256032"/>
          </a:xfrm>
          <a:prstGeom prst="rect">
            <a:avLst/>
          </a:prstGeom>
          <a:noFill/>
          <a:ln/>
        </p:spPr>
        <p:txBody>
          <a:bodyPr wrap="square" lIns="0" tIns="0" rIns="0" bIns="0" rtlCol="0" anchor="ctr"/>
          <a:lstStyle/>
          <a:p>
            <a:pPr algn="r" indent="0" marL="0">
              <a:buNone/>
            </a:pPr>
            <a:r>
              <a:rPr lang="en-US" sz="1300" dirty="0">
                <a:solidFill>
                  <a:srgbClr val="5C5C5C"/>
                </a:solidFill>
                <a:latin typeface="Aptos" pitchFamily="34" charset="0"/>
                <a:ea typeface="Aptos" pitchFamily="34" charset="-122"/>
                <a:cs typeface="Aptos" pitchFamily="34" charset="-120"/>
              </a:rPr>
              <a:t>26</a:t>
            </a:r>
            <a:endParaRPr lang="en-US" sz="1300" dirty="0"/>
          </a:p>
        </p:txBody>
      </p:sp>
      <p:sp>
        <p:nvSpPr>
          <p:cNvPr id="7" name="Shape 4"/>
          <p:cNvSpPr/>
          <p:nvPr/>
        </p:nvSpPr>
        <p:spPr>
          <a:xfrm>
            <a:off x="713232" y="1792224"/>
            <a:ext cx="10771632" cy="2752344"/>
          </a:xfrm>
          <a:prstGeom prst="roundRect">
            <a:avLst>
              <a:gd name="adj" fmla="val 3322"/>
            </a:avLst>
          </a:prstGeom>
          <a:solidFill>
            <a:srgbClr val="FFFFFF"/>
          </a:solidFill>
          <a:ln w="12700">
            <a:solidFill>
              <a:srgbClr val="FFFFFF">
                <a:alpha val="0"/>
              </a:srgbClr>
            </a:solidFill>
            <a:prstDash val="solid"/>
          </a:ln>
        </p:spPr>
      </p:sp>
      <p:sp>
        <p:nvSpPr>
          <p:cNvPr id="8" name="Text 5"/>
          <p:cNvSpPr/>
          <p:nvPr/>
        </p:nvSpPr>
        <p:spPr>
          <a:xfrm>
            <a:off x="941832" y="2048256"/>
            <a:ext cx="10232136" cy="2359152"/>
          </a:xfrm>
          <a:prstGeom prst="rect">
            <a:avLst/>
          </a:prstGeom>
          <a:noFill/>
          <a:ln/>
        </p:spPr>
        <p:txBody>
          <a:bodyPr wrap="square" lIns="0" tIns="0" rIns="0" bIns="0" rtlCol="0" anchor="ctr"/>
          <a:lstStyle/>
          <a:p>
            <a:pPr indent="0" marL="0">
              <a:buNone/>
            </a:pPr>
            <a:r>
              <a:rPr lang="en-US" sz="2500" dirty="0">
                <a:solidFill>
                  <a:srgbClr val="242424"/>
                </a:solidFill>
                <a:latin typeface="Consolas" pitchFamily="34" charset="0"/>
                <a:ea typeface="Consolas" pitchFamily="34" charset="-122"/>
                <a:cs typeface="Consolas" pitchFamily="34" charset="-120"/>
              </a:rPr>
              <a:t>Run the launch-rescue dynamic workflow with:</a:t>
            </a:r>
            <a:endParaRPr lang="en-US" sz="2500" dirty="0"/>
          </a:p>
          <a:p>
            <a:pPr indent="0" marL="0">
              <a:buNone/>
            </a:pPr>
            <a:r>
              <a:rPr lang="en-US" sz="2500" dirty="0">
                <a:solidFill>
                  <a:srgbClr val="242424"/>
                </a:solidFill>
                <a:latin typeface="Consolas" pitchFamily="34" charset="0"/>
                <a:ea typeface="Consolas" pitchFamily="34" charset="-122"/>
                <a:cs typeface="Consolas" pitchFamily="34" charset="-120"/>
              </a:rPr>
              <a:t>scenario "mixed", mode "live", seed 42,</a:t>
            </a:r>
            <a:endParaRPr lang="en-US" sz="2500" dirty="0"/>
          </a:p>
          <a:p>
            <a:pPr indent="0" marL="0">
              <a:buNone/>
            </a:pPr>
            <a:r>
              <a:rPr lang="en-US" sz="2500" dirty="0">
                <a:solidFill>
                  <a:srgbClr val="242424"/>
                </a:solidFill>
                <a:latin typeface="Consolas" pitchFamily="34" charset="0"/>
                <a:ea typeface="Consolas" pitchFamily="34" charset="-122"/>
                <a:cs typeface="Consolas" pitchFamily="34" charset="-120"/>
              </a:rPr>
              <a:t>pauseForApproval true.</a:t>
            </a:r>
            <a:endParaRPr lang="en-US" sz="2500" dirty="0"/>
          </a:p>
          <a:p>
            <a:pPr indent="0" marL="0">
              <a:buNone/>
            </a:pPr>
            <a:endParaRPr lang="en-US" sz="2500" dirty="0"/>
          </a:p>
          <a:p>
            <a:pPr indent="0" marL="0">
              <a:buNone/>
            </a:pPr>
            <a:r>
              <a:rPr lang="en-US" sz="2500" dirty="0">
                <a:solidFill>
                  <a:srgbClr val="242424"/>
                </a:solidFill>
                <a:latin typeface="Consolas" pitchFamily="34" charset="0"/>
                <a:ea typeface="Consolas" pitchFamily="34" charset="-122"/>
                <a:cs typeface="Consolas" pitchFamily="34" charset="-120"/>
              </a:rPr>
              <a:t>Use the configured Sol max / Sonnet high agents.</a:t>
            </a:r>
            <a:endParaRPr lang="en-US" sz="2500" dirty="0"/>
          </a:p>
          <a:p>
            <a:pPr indent="0" marL="0">
              <a:buNone/>
            </a:pPr>
            <a:r>
              <a:rPr lang="en-US" sz="2500" dirty="0">
                <a:solidFill>
                  <a:srgbClr val="242424"/>
                </a:solidFill>
                <a:latin typeface="Consolas" pitchFamily="34" charset="0"/>
                <a:ea typeface="Consolas" pitchFamily="34" charset="-122"/>
                <a:cs typeface="Consolas" pitchFamily="34" charset="-120"/>
              </a:rPr>
              <a:t>Return the synthetic evidence. Do not deploy.</a:t>
            </a:r>
            <a:endParaRPr lang="en-US" sz="2500" dirty="0"/>
          </a:p>
        </p:txBody>
      </p:sp>
      <p:sp>
        <p:nvSpPr>
          <p:cNvPr id="9" name="Text 6"/>
          <p:cNvSpPr/>
          <p:nvPr/>
        </p:nvSpPr>
        <p:spPr>
          <a:xfrm>
            <a:off x="914400" y="5010912"/>
            <a:ext cx="10378440" cy="1033272"/>
          </a:xfrm>
          <a:prstGeom prst="rect">
            <a:avLst/>
          </a:prstGeom>
          <a:noFill/>
          <a:ln/>
        </p:spPr>
        <p:txBody>
          <a:bodyPr wrap="square" lIns="0" tIns="0" rIns="0" bIns="0" rtlCol="0" anchor="ctr"/>
          <a:lstStyle/>
          <a:p>
            <a:pPr indent="0" marL="0">
              <a:buNone/>
            </a:pPr>
            <a:r>
              <a:rPr lang="en-US" sz="2900" b="1" dirty="0">
                <a:solidFill>
                  <a:srgbClr val="B11F4B"/>
                </a:solidFill>
                <a:latin typeface="Aptos" pitchFamily="34" charset="0"/>
                <a:ea typeface="Aptos" pitchFamily="34" charset="-122"/>
                <a:cs typeface="Aptos" pitchFamily="34" charset="-120"/>
              </a:rPr>
              <a:t>Then open Workflows.</a:t>
            </a:r>
            <a:endParaRPr lang="en-US" sz="2900" dirty="0"/>
          </a:p>
          <a:p>
            <a:pPr indent="0" marL="0">
              <a:buNone/>
            </a:pPr>
            <a:r>
              <a:rPr lang="en-US" sz="2900" b="1" dirty="0">
                <a:solidFill>
                  <a:srgbClr val="B11F4B"/>
                </a:solidFill>
                <a:latin typeface="Aptos" pitchFamily="34" charset="0"/>
                <a:ea typeface="Aptos" pitchFamily="34" charset="-122"/>
                <a:cs typeface="Aptos" pitchFamily="34" charset="-120"/>
              </a:rPr>
              <a:t>Inspect the checkpoint before resuming.</a:t>
            </a:r>
            <a:endParaRPr lang="en-US" sz="2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Conference demonstration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Launch Rescue — Don't just prompt. Orchestrate.</dc:title>
  <dc:subject>Agentic work, fleet, and code-defined dynamic workflows</dc:subject>
  <dc:creator>GitHub Copilot conference demo</dc:creator>
  <cp:lastModifiedBy>GitHub Copilot conference demo</cp:lastModifiedBy>
  <cp:revision>1</cp:revision>
  <dcterms:created xsi:type="dcterms:W3CDTF">2026-10-11T06:23:14Z</dcterms:created>
  <dcterms:modified xsi:type="dcterms:W3CDTF">2026-10-11T06:23:14Z</dcterms:modified>
</cp:coreProperties>
</file>